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6" d="100"/>
          <a:sy n="86" d="100"/>
        </p:scale>
        <p:origin x="56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18T16:19:46.559"/>
    </inkml:context>
    <inkml:brush xml:id="br0">
      <inkml:brushProperty name="width" value="0.05" units="cm"/>
      <inkml:brushProperty name="height" value="0.05" units="cm"/>
    </inkml:brush>
  </inkml:definitions>
  <inkml:trace contextRef="#ctx0" brushRef="#br0">1 150 24575,'0'-1'0,"0"0"0,1 0 0,-1 0 0,1 0 0,-1 0 0,1 0 0,0 0 0,-1 0 0,1 0 0,0 0 0,0 0 0,0 1 0,0-1 0,0 0 0,0 1 0,0-1 0,0 0 0,0 1 0,0-1 0,0 1 0,0-1 0,0 1 0,0 0 0,0 0 0,1-1 0,-1 1 0,2 0 0,37-4 0,-35 3 0,343-1 0,-178 4 0,2478-2 0,-2494 12 0,0 1 0,-149-13 0,42 0 0,0 2 0,61 10 0,-41 1 0,1-3 0,116 2 0,11-13 0,-195 1 0,1 1 0,0-1 0,-1 0 0,1 0 0,-1 0 0,1 0 0,-1 0 0,1 0 0,-1 0 0,1 0 0,-1 0 0,1 0 0,-1 0 0,1-1 0,0 1 0,-1 0 0,1 0 0,-1 0 0,1-1 0,-1 1 0,0 0 0,1-1 0,-1 1 0,1 0 0,-1-1 0,1 1 0,-1 0 0,1-1 0,-12-10 0,-39-16 0,35 20 0,-113-69 0,82 58 0,41 17 0,0 0 0,0-1 0,0 0 0,0 0 0,0 0 0,1 0 0,-1-1 0,1 1 0,-1-1 0,1 0 0,0-1 0,-6-5 0,10 9 0,0 0 0,0-1 0,0 1 0,-1 0 0,1-1 0,0 1 0,0 0 0,0 0 0,0-1 0,0 1 0,0 0 0,0 0 0,0-1 0,0 1 0,0 0 0,0-1 0,0 1 0,0 0 0,0-1 0,0 1 0,0 0 0,0 0 0,0-1 0,1 1 0,-1 0 0,0 0 0,0-1 0,0 1 0,0 0 0,1 0 0,-1-1 0,0 1 0,0 0 0,0 0 0,1 0 0,13-6 0,16 2 0,-29 4 0,9 0 0,0-1 0,0 2 0,0-1 0,-1 2 0,1-1 0,0 1 0,-1 0 0,1 1 0,-1 0 0,0 1 0,0 0 0,10 6 0,-14-7 0,0 1 0,1 0 0,-2 1 0,1-1 0,-1 1 0,1 0 0,-1 0 0,0 0 0,-1 0 0,1 1 0,-1 0 0,-1-1 0,1 1 0,-1 0 0,0 1 0,0-1 0,0 0 0,-1 0 0,1 11 0,-2-9 0,1 0 0,-2 1 0,1-1 0,-1 0 0,0-1 0,-1 1 0,0 0 0,0 0 0,-1-1 0,0 1 0,0-1 0,-1 1 0,0-1 0,0-1 0,0 1 0,-1 0 0,0-1 0,-1 0 0,1 0 0,-1-1 0,0 0 0,0 0 0,-1 0 0,-10 6 0,-98 69-1365,102-72-5461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18T16:19:59.077"/>
    </inkml:context>
    <inkml:brush xml:id="br0">
      <inkml:brushProperty name="width" value="0.05" units="cm"/>
      <inkml:brushProperty name="height" value="0.05" units="cm"/>
    </inkml:brush>
  </inkml:definitions>
  <inkml:trace contextRef="#ctx0" brushRef="#br0">1 1 24575,'24'1'0,"1"1"0,28 7 0,-26-4 0,42 3 0,517-7 0,-283-3 0,-272 2 0,-14-1 0,0 1 0,0 1 0,0 0 0,22 5 0,-33-4 0,-1 0 0,1 0 0,-1 0 0,0 1 0,0-1 0,0 1 0,0 1 0,0-1 0,0 1 0,-1-1 0,0 1 0,0 1 0,0-1 0,0 0 0,-1 1 0,6 8 0,-4-2 0,-1-1 0,0 1 0,0 0 0,-1 0 0,-1 1 0,0-1 0,0 1 0,-1-1 0,-1 18 0,7 44 0,2-4 0,-2 0 0,-4 1 0,-6 70 0,1-19 0,2 3355 0,1-3457 0,1-1 0,7 34 0,-4-32 0,-2 0 0,2 23 0,-4 511 0,-3-269 0,2 3143 0,1-3424 0,-1 0 0,0-1 0,0 1 0,0 0 0,0 0 0,-1-1 0,1 1 0,-1 0 0,0-1 0,0 1 0,-1 0 0,1-1 0,-1 1 0,0-1 0,0 0 0,0 0 0,0 0 0,0 0 0,-1 0 0,1 0 0,-1 0 0,0-1 0,0 1 0,0-1 0,0 0 0,0 0 0,0 0 0,-1 0 0,1-1 0,0 1 0,-1-1 0,0 0 0,1 0 0,-1 0 0,0 0 0,1-1 0,-7 0 0,-36 4 0,0-2 0,-57-6 0,2 1 0,21 1 0,-102 4 0,156 2 0,0 1 0,-33 10 0,33-8 0,-1 0 0,-27 2 0,32-5 42,0 0 0,-37 13-1,37-10-537,0-1-1,-31 5 0,33-9-6329</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18T16:20:03.361"/>
    </inkml:context>
    <inkml:brush xml:id="br0">
      <inkml:brushProperty name="width" value="0.05" units="cm"/>
      <inkml:brushProperty name="height" value="0.05" units="cm"/>
    </inkml:brush>
  </inkml:definitions>
  <inkml:trace contextRef="#ctx0" brushRef="#br0">1 276 24575,'0'1'0,"1"0"0,-1 0 0,1 0 0,-1 0 0,1 0 0,-1 0 0,1 0 0,0 0 0,-1 0 0,1 0 0,0 0 0,0-1 0,0 1 0,0 0 0,0 0 0,0-1 0,0 1 0,0-1 0,0 1 0,0-1 0,0 1 0,0-1 0,0 0 0,0 0 0,1 1 0,-1-1 0,2 0 0,37 5 0,-35-5 0,362 3 0,-188-6 0,683 3 0,-861 0 0,0 1 0,0-1 0,0 0 0,0 0 0,0 0 0,0 0 0,0-1 0,0 1 0,0 0 0,0 0 0,0-1 0,0 1 0,0 0 0,0-1 0,0 1 0,1-2 0,-2 2 0,0 0 0,0-1 0,0 1 0,0-1 0,0 1 0,0 0 0,0-1 0,0 1 0,0-1 0,-1 1 0,1 0 0,0-1 0,0 1 0,0-1 0,-1 1 0,1 0 0,0 0 0,0-1 0,-1 1 0,1 0 0,0-1 0,-1 1 0,1 0 0,0 0 0,-1-1 0,1 1 0,-1 0 0,-40-23 0,29 17 0,-39-22 0,17 10 0,0-2 0,1-1 0,-37-31 0,44 30 0,15 13 0,-1 0 0,1-1 0,1 0 0,0-1 0,0-1 0,-15-23 0,93 90 0,-15 7 0,-46-51 0,1-1 0,0 0 0,1 0 0,0-1 0,0 0 0,1-1 0,0 0 0,0 0 0,21 10 0,3-5 0,-20-8 0,-1 0 0,1 1 0,17 11 0,-28-15 0,1 0 0,-1 1 0,0-1 0,0 1 0,-1 0 0,1 0 0,0 0 0,-1 0 0,0 0 0,1 1 0,-1-1 0,-1 1 0,1-1 0,0 1 0,-1 0 0,0 0 0,1 4 0,0 2 0,-1 0 0,0-1 0,-1 1 0,0 0 0,0 0 0,-1 0 0,-1 0 0,1 0 0,-2 0 0,1-1 0,-1 1 0,-1-1 0,0 0 0,0 0 0,-1 0 0,-10 15 0,-7 7 0,-39 42 0,20-25 0,26-29-1365,4-1-5461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18T16:22:50.091"/>
    </inkml:context>
    <inkml:brush xml:id="br0">
      <inkml:brushProperty name="width" value="0.05" units="cm"/>
      <inkml:brushProperty name="height" value="0.05" units="cm"/>
    </inkml:brush>
  </inkml:definitions>
  <inkml:trace contextRef="#ctx0" brushRef="#br0">1 267 24575,'272'15'0,"254"-3"0,-327-14 0,-53 14 0,-4 1 0,-45-14 0,-39-1 0,80 8 0,-137-6 0,1 1 0,-1-1 0,0 0 0,0 1 0,1-1 0,-1 0 0,0 0 0,0 0 0,1 0 0,-1 0 0,0 0 0,1 0 0,-1-1 0,0 1 0,0 0 0,0-1 0,1 1 0,-1-1 0,0 1 0,0-1 0,0 0 0,0 1 0,0-1 0,0 0 0,0 0 0,0 0 0,0 1 0,0-1 0,0 0 0,-1 0 0,1-1 0,0 1 0,-1 0 0,1 0 0,-1 0 0,1 0 0,0-2 0,-1-1 0,0 0 0,0 0 0,-1 1 0,1-1 0,-1 0 0,0 1 0,0-1 0,0 1 0,-1-1 0,1 1 0,-1-1 0,-2-4 0,-14-16 0,0 0 0,-1 0 0,-1 2 0,-1 0 0,-25-18 0,-47-52 0,111 112 0,7 8 0,-2 0 0,29 45 0,-13-18 0,-28-41 0,-1-1 0,15 29 0,-15-25 0,1 1 0,0-2 0,1 1 0,18 17 0,-4-3 0,-24-30 0,-1 0 0,0 0 0,0 1 0,0-1 0,0 0 0,0 1 0,0-1 0,0 1 0,0-1 0,0 1 0,-1 0 0,1-1 0,0 1 0,-1 0 0,0-1 0,1 1 0,-1 0 0,0 0 0,0-1 0,0 1 0,0 0 0,0 0 0,0-1 0,-1 1 0,1 0 0,-1-1 0,1 1 0,-1 0 0,1-1 0,-1 1 0,-2 2 0,0-1 0,0 0 0,0 0 0,0-1 0,-1 1 0,0-1 0,1 0 0,-1 0 0,0 0 0,0 0 0,0-1 0,0 0 0,-5 2 0,-3-1 0,0 1 0,0 1 0,0 0 0,0 1 0,1 0 0,0 0 0,0 1 0,1 1 0,-1 0 0,2 0 0,-1 1 0,1 1 0,-10 10 0,11-10 0,-1 0 0,-1-1 0,1 0 0,-1-1 0,-1 0 0,1 0 0,-1-1 0,-22 9 0,-6 4 0,30-13 0,-1 0 0,1 1 0,0 0 0,0 0 0,-8 10 0,28-25 0,1-1 0,1 1 0,14-7 0,10-6 0,14-6-1365,-38 18-5461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18T16:25:40.928"/>
    </inkml:context>
    <inkml:brush xml:id="br0">
      <inkml:brushProperty name="width" value="0.05" units="cm"/>
      <inkml:brushProperty name="height" value="0.05" units="cm"/>
    </inkml:brush>
  </inkml:definitions>
  <inkml:trace contextRef="#ctx0" brushRef="#br0">1 145 24575,'1949'0'0,"-1926"1"0,1 2 0,27 5 0,33 4 0,-4-9 0,111 9 0,-130-5 0,91-3 0,-151-4 0,0 0 0,0 0 0,1 0 0,-1 0 0,0 0 0,1 0 0,-1 0 0,0-1 0,0 1 0,0 0 0,1-1 0,-1 1 0,0-1 0,0 1 0,0-1 0,0 0 0,2-1 0,-3 2 0,0-1 0,0 1 0,1-1 0,-1 1 0,0-1 0,0 1 0,0-1 0,0 0 0,0 1 0,0-1 0,-1 1 0,1-1 0,0 1 0,0-1 0,0 1 0,0-1 0,-1 1 0,1-1 0,0 1 0,-1-1 0,1 1 0,0-1 0,-1 1 0,1-1 0,0 1 0,-2-1 0,-41-32 0,33 26 0,-49-32 0,40 28 0,1-1 0,0 0 0,-17-18 0,34 30 0,0-1 0,0 0 0,0 0 0,0 1 0,0-1 0,1 0 0,-1 0 0,0 0 0,1 0 0,-1 0 0,0 0 0,1-1 0,-1 1 0,1 0 0,0 0 0,-1 0 0,1 0 0,0-3 0,0 4 0,0-1 0,0 0 0,1 1 0,-1-1 0,0 1 0,1-1 0,-1 1 0,1 0 0,-1-1 0,1 1 0,-1-1 0,0 1 0,1 0 0,-1-1 0,1 1 0,0 0 0,-1 0 0,1-1 0,-1 1 0,1 0 0,-1 0 0,1 0 0,0 0 0,-1 0 0,2 0 0,2-1 0,0 1 0,0 0 0,1 1 0,-1-1 0,0 1 0,0-1 0,0 1 0,0 1 0,6 1 0,-2 2 0,-1 0 0,0 0 0,0 0 0,0 1 0,-1 0 0,0 0 0,0 1 0,0 0 0,-1 0 0,0 0 0,0 0 0,-1 1 0,6 12 0,-6-9 0,0 0 0,0 1 0,-1-1 0,0 1 0,-1-1 0,-1 1 0,0 0 0,0 0 0,-2 18 0,1-25 2,-1 0-1,0 0 0,-1 0 1,1 0-1,-1-1 0,1 1 1,-2 0-1,1-1 1,0 0-1,-1 1 0,0-1 1,-6 7-1,0-1-14,-2-1 0,1-1 1,-15 10-1,-19 15-1319,33-22-5494</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18T16:25:45.964"/>
    </inkml:context>
    <inkml:brush xml:id="br0">
      <inkml:brushProperty name="width" value="0.05" units="cm"/>
      <inkml:brushProperty name="height" value="0.05" units="cm"/>
    </inkml:brush>
  </inkml:definitions>
  <inkml:trace contextRef="#ctx0" brushRef="#br0">0 2 24575,'112'-2'0,"122"5"0,-232-3 0,1 1 0,-1-1 0,0 0 0,0 1 0,1 0 0,-1 0 0,0-1 0,0 1 0,0 0 0,0 1 0,0-1 0,0 0 0,0 1 0,0-1 0,0 1 0,-1-1 0,1 1 0,-1 0 0,1 0 0,-1 0 0,0 0 0,1 0 0,-1 0 0,0 0 0,0 0 0,-1 0 0,1 0 0,1 5 0,0 5 0,-1 1 0,0 0 0,0-1 0,-2 19 0,2 19 0,18 119 0,-7-105 0,-8-46 0,0 1 0,1 28 0,-4 522 0,-3-274 0,2 1283 0,0-1575 0,0 1 0,0 0 0,0-1 0,0 1 0,-1-1 0,1 1 0,-1-1 0,0 0 0,0 1 0,-1-1 0,1 0 0,-1 0 0,1 0 0,-5 6 0,3-7 0,1 1 0,-1-1 0,0 0 0,0-1 0,1 1 0,-1-1 0,0 1 0,-1-1 0,1 0 0,0 0 0,0 0 0,0 0 0,-1-1 0,1 1 0,0-1 0,-5 0 0,-173-2 125,63-1-1615,97 3-5336</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18T16:25:50.204"/>
    </inkml:context>
    <inkml:brush xml:id="br0">
      <inkml:brushProperty name="width" value="0.05" units="cm"/>
      <inkml:brushProperty name="height" value="0.05" units="cm"/>
    </inkml:brush>
  </inkml:definitions>
  <inkml:trace contextRef="#ctx0" brushRef="#br0">1 179 24575,'519'0'0,"-500"2"0,-1-1 0,33 9 0,-31-6 0,1 0 0,22 0 0,181-5 0,-233-1 0,0 0 0,0-1 0,0 0 0,1 0 0,-1-1 0,1 0 0,0-1 0,0 1 0,0-2 0,1 1 0,0-1 0,0 0 0,-7-8 0,-1-3 0,0-1 0,2 0 0,0-1 0,-12-22 0,20 23 0,5 17 0,0 1 0,1 0 0,-1 0 0,0-1 0,0 1 0,0 0 0,1 0 0,-1-1 0,0 1 0,0 0 0,1 0 0,-1-1 0,0 1 0,0 0 0,1 0 0,-1 0 0,0 0 0,1 0 0,-1-1 0,0 1 0,1 0 0,-1 0 0,0 0 0,1 0 0,-1 0 0,0 0 0,1 0 0,-1 0 0,1 0 0,2 1 0,0 0 0,0-1 0,0 1 0,0 0 0,0 1 0,0-1 0,-1 0 0,6 4 0,20 15 0,0 1 0,38 40 0,-59-54 0,-1-1 0,0 2 0,0-1 0,-1 1 0,0 0 0,0 0 0,0 0 0,-1 1 0,-1 0 0,0-1 0,0 1 0,0 0 0,-1 1 0,1 14 0,-3-20 5,0 1 0,-1-1 1,1 0-1,-1 0 0,0 0 0,0 0 0,-1 0 0,1 0 0,-1-1 0,0 1 0,0 0 0,0-1 1,0 1-1,-1-1 0,0 0 0,1 0 0,-1 0 0,-5 4 0,-5 3-228,0 0 0,0-2 0,-21 11 0,22-13-347,-1 2-6256</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18T16:25:55.032"/>
    </inkml:context>
    <inkml:brush xml:id="br0">
      <inkml:brushProperty name="width" value="0.05" units="cm"/>
      <inkml:brushProperty name="height" value="0.05" units="cm"/>
    </inkml:brush>
  </inkml:definitions>
  <inkml:trace contextRef="#ctx0" brushRef="#br0">1 1 24575,'0'569'0,"0"-566"0,0 1 0,0 0 0,0-1 0,0 1 0,1-1 0,0 1 0,-1-1 0,1 0 0,1 1 0,-1-1 0,0 0 0,1 1 0,0-1 0,3 5 0,-2-5 0,-1-1 0,1 0 0,0 0 0,0-1 0,0 1 0,0 0 0,0-1 0,0 0 0,0 0 0,0 0 0,0 0 0,1 0 0,-1-1 0,0 1 0,0-1 0,5 0 0,175-1 0,-61-2 0,-77 3 0,31-1 0,134 17 0,-129-8 0,-1-3 0,106-6 0,-54-2 0,1713 3 0,-1635 17 0,-152-11 0,29 6 0,-41-5 0,75 1 0,-100-7 0,25-1 0,-44 0 0,1 0 0,-1 0 0,1 0 0,-1-1 0,0 1 0,1-1 0,-1 0 0,0 0 0,1 1 0,-1-1 0,0-1 0,0 1 0,3-2 0,-5 2 0,0 1 0,1-1 0,-1 1 0,0-1 0,0 1 0,0-1 0,0 1 0,0-1 0,0 1 0,0-1 0,0 1 0,0-1 0,0 1 0,0-1 0,0 1 0,-1-1 0,1 1 0,0-1 0,0 1 0,0-1 0,-1 1 0,1 0 0,0-1 0,0 1 0,-1-1 0,1 1 0,-1 0 0,0-1 0,-10-11 0,10 11 0,-19-15 0,-36-24 0,36 28 0,1-1 0,-31-28 0,22 18 0,-11-8 0,38 29 0,-1 1 0,0-1 0,1 0 0,-1 1 0,1-1 0,-1 0 0,1 0 0,0 0 0,0 0 0,0 0 0,0-1 0,1 1 0,-1 0 0,0 0 0,0-4 0,1 5 0,1 0 0,-1 0 0,0 0 0,0 0 0,1 0 0,-1 0 0,1-1 0,-1 1 0,1 0 0,-1 0 0,1 0 0,0 0 0,-1 1 0,1-1 0,0 0 0,0 0 0,0 0 0,0 1 0,0-1 0,-1 0 0,1 1 0,0-1 0,1 1 0,-1-1 0,0 1 0,0-1 0,0 1 0,0 0 0,0-1 0,0 1 0,0 0 0,1 0 0,-1 0 0,0 0 0,0 0 0,0 0 0,0 0 0,3 1 0,3 0 0,0-1 0,-1 2 0,1-1 0,0 1 0,7 2 0,-2 2 0,0 0 0,0 0 0,-1 1 0,0 0 0,0 1 0,16 16 0,-22-19 0,1 0 0,-1 1 0,-1 0 0,1 0 0,-1 0 0,0 0 0,0 1 0,0 0 0,-1-1 0,0 1 0,-1 0 0,0 1 0,2 8 0,-4-13 0,0 1 0,0 0 0,-1 0 0,0 0 0,1 0 0,-2-1 0,1 1 0,0 0 0,-1-1 0,1 1 0,-1-1 0,0 0 0,0 1 0,0-1 0,-4 4 0,-45 47 0,35-39 0,2-1 0,1 0 0,0 0 0,1 1 0,1 1 0,-16 28 0,20-32-77,-1-1 0,0 0 0,-1-1 0,-11 12 0,9-11-903,1 0-5846</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18T16:25:45.964"/>
    </inkml:context>
    <inkml:brush xml:id="br0">
      <inkml:brushProperty name="width" value="0.05" units="cm"/>
      <inkml:brushProperty name="height" value="0.05" units="cm"/>
    </inkml:brush>
  </inkml:definitions>
  <inkml:trace contextRef="#ctx0" brushRef="#br0">0 2 24575,'112'-2'0,"122"5"0,-232-3 0,1 1 0,-1-1 0,0 0 0,0 1 0,1 0 0,-1 0 0,0-1 0,0 1 0,0 0 0,0 1 0,0-1 0,0 0 0,0 1 0,0-1 0,0 1 0,-1-1 0,1 1 0,-1 0 0,1 0 0,-1 0 0,0 0 0,1 0 0,-1 0 0,0 0 0,0 0 0,-1 0 0,1 0 0,1 5 0,0 5 0,-1 1 0,0 0 0,0-1 0,-2 19 0,2 19 0,18 119 0,-7-105 0,-8-46 0,0 1 0,1 28 0,-4 522 0,-3-274 0,2 1283 0,0-1575 0,0 1 0,0 0 0,0-1 0,0 1 0,-1-1 0,1 1 0,-1-1 0,0 0 0,0 1 0,-1-1 0,1 0 0,-1 0 0,1 0 0,-5 6 0,3-7 0,1 1 0,-1-1 0,0 0 0,0-1 0,1 1 0,-1-1 0,0 1 0,-1-1 0,1 0 0,0 0 0,0 0 0,0 0 0,-1-1 0,1 1 0,0-1 0,-5 0 0,-173-2 125,63-1-1615,97 3-5336</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18T16:28:35.079"/>
    </inkml:context>
    <inkml:brush xml:id="br0">
      <inkml:brushProperty name="width" value="0.05" units="cm"/>
      <inkml:brushProperty name="height" value="0.05" units="cm"/>
      <inkml:brushProperty name="color" value="#F8F8F8"/>
    </inkml:brush>
  </inkml:definitions>
  <inkml:trace contextRef="#ctx0" brushRef="#br0">0 29 24575,'1'-1'0,"-1"0"0,0 0 0,1 0 0,-1 0 0,1 0 0,0 0 0,-1 0 0,1 0 0,0 0 0,-1 0 0,1 0 0,0 0 0,0 1 0,0-1 0,0 0 0,0 1 0,0-1 0,0 0 0,0 1 0,0-1 0,0 1 0,0 0 0,0-1 0,1 1 0,-1 0 0,0 0 0,2-1 0,38-4 0,-37 5 0,66-4 0,110 8 0,-113 9 0,-50-9 0,1-1 0,28 3 0,-35-6 0,-1 0 0,0 1 0,1 0 0,-1 1 0,0 0 0,0 0 0,0 1 0,0 1 0,12 5 0,9 6 0,-23-12 0,-1 0 0,0 0 0,0 1 0,0 0 0,0 0 0,0 1 0,-1-1 0,0 1 0,0 1 0,-1-1 0,1 1 0,-1 0 0,0 0 0,6 12 0,3 9 0,-2 0 0,-2 1 0,0 1 0,-2-1 0,-1 1 0,-1 1 0,-2-1 0,-1 1 0,-1 0 0,-2 31 0,-3 1542 0,5-839 0,-2 247 0,0-1004 0,0 1 0,-1-1 0,0 0 0,-1 0 0,1-1 0,-1 1 0,0 0 0,-1 0 0,0-1 0,-3 7 0,-2 0 0,0-1 0,-1-1 0,-19 20 0,10-11 0,15-16 0,0 0 0,-1 0 0,1 0 0,-1 0 0,0 0 0,0-1 0,0 0 0,-1 0 0,1 0 0,-1 0 0,1-1 0,-1 0 0,0 0 0,0 0 0,0 0 0,-10 1 0,-99 21 0,25-4 0,51-16-12,0-1 0,-62-4 0,36 0-1317,42 1-5497</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18T16:28:38.287"/>
    </inkml:context>
    <inkml:brush xml:id="br0">
      <inkml:brushProperty name="width" value="0.05" units="cm"/>
      <inkml:brushProperty name="height" value="0.05" units="cm"/>
      <inkml:brushProperty name="color" value="#F8F8F8"/>
    </inkml:brush>
  </inkml:definitions>
  <inkml:trace contextRef="#ctx0" brushRef="#br0">0 230 24575,'27'-10'0,"-2"0"0,-6 8 0,1 2 0,-1 0 0,0 0 0,1 2 0,-1 1 0,0 0 0,36 12 0,-27-8 0,1 0 0,43 3 0,305-8 0,-187-5 0,-185 4 0,-1-2 0,0 1 0,0 0 0,0-1 0,0 0 0,1 0 0,5-2 0,-9 3 0,-1-1 0,1 1 0,0 0 0,-1-1 0,1 1 0,-1-1 0,1 1 0,-1-1 0,1 1 0,-1-1 0,1 1 0,-1-1 0,0 1 0,1-1 0,-1 1 0,0-1 0,1 0 0,-1 1 0,0-1 0,0 0 0,1 0 0,-1 0 0,0-1 0,-1 1 0,1 0 0,0-1 0,0 1 0,-1 0 0,1 0 0,-1-1 0,1 1 0,-1 0 0,1 0 0,-1 0 0,0 0 0,0 0 0,-1-2 0,-9-9 0,-1 0 0,0 1 0,-24-16 0,-12-11 0,13 12 0,-7-8 0,39 32 0,0-1 0,1 1 0,0-1 0,0 0 0,0 0 0,0 0 0,0 0 0,0 0 0,1 0 0,-1-1 0,-1-6 0,3 10 0,0 0 0,0-1 0,0 1 0,0-1 0,0 1 0,0-1 0,0 1 0,-1 0 0,1-1 0,1 1 0,-1-1 0,0 1 0,0-1 0,0 1 0,0 0 0,0-1 0,0 1 0,0-1 0,1 1 0,-1 0 0,0-1 0,0 1 0,0 0 0,1-1 0,-1 1 0,0 0 0,1-1 0,-1 1 0,0 0 0,1-1 0,-1 1 0,16 0 0,15 13 0,-14-3 0,1 1 0,-2 1 0,0 0 0,0 1 0,-1 1 0,25 30 0,-22-22 0,-1 2 0,-1 0 0,-1 1 0,16 34 0,-29-55 0,-1 0-1,1 0 0,-1 0 0,0 0 1,0 0-1,0 0 0,-1 0 1,1 0-1,-1 0 0,0 0 0,0 0 1,-1 0-1,1 1 0,-1-1 1,0 0-1,0 0 0,0 0 0,0-1 1,-1 1-1,-2 5 0,-3 1 17,0 1 1,-1-2-1,0 1 0,-1-1 0,-11 10 0,11-11-257,0 0 0,1 1-1,0 0 1,0 1 0,-11 17 0,13-12-6585</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18T16:25:45.964"/>
    </inkml:context>
    <inkml:brush xml:id="br0">
      <inkml:brushProperty name="width" value="0.05" units="cm"/>
      <inkml:brushProperty name="height" value="0.05" units="cm"/>
    </inkml:brush>
  </inkml:definitions>
  <inkml:trace contextRef="#ctx0" brushRef="#br0">0 2 24575,'112'-2'0,"122"5"0,-232-3 0,1 1 0,-1-1 0,0 0 0,0 1 0,1 0 0,-1 0 0,0-1 0,0 1 0,0 0 0,0 1 0,0-1 0,0 0 0,0 1 0,0-1 0,0 1 0,-1-1 0,1 1 0,-1 0 0,1 0 0,-1 0 0,0 0 0,1 0 0,-1 0 0,0 0 0,0 0 0,-1 0 0,1 0 0,1 5 0,0 5 0,-1 1 0,0 0 0,0-1 0,-2 19 0,2 19 0,18 119 0,-7-105 0,-8-46 0,0 1 0,1 28 0,-4 522 0,-3-274 0,2 1283 0,0-1575 0,0 1 0,0 0 0,0-1 0,0 1 0,-1-1 0,1 1 0,-1-1 0,0 0 0,0 1 0,-1-1 0,1 0 0,-1 0 0,1 0 0,-5 6 0,3-7 0,1 1 0,-1-1 0,0 0 0,0-1 0,1 1 0,-1-1 0,0 1 0,-1-1 0,1 0 0,0 0 0,0 0 0,0 0 0,-1-1 0,1 1 0,0-1 0,-5 0 0,-173-2 125,63-1-1615,97 3-5336</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18T16:31:19.707"/>
    </inkml:context>
    <inkml:brush xml:id="br0">
      <inkml:brushProperty name="width" value="0.05" units="cm"/>
      <inkml:brushProperty name="height" value="0.05" units="cm"/>
    </inkml:brush>
  </inkml:definitions>
  <inkml:trace contextRef="#ctx0" brushRef="#br0">0 90 24575,'0'1'0,"1"0"0,-1 0 0,1 1 0,-1-1 0,1 0 0,0 0 0,-1-1 0,1 1 0,0 0 0,0 0 0,-1 0 0,1 0 0,0 0 0,0-1 0,0 1 0,0 0 0,0-1 0,0 1 0,0-1 0,0 1 0,0-1 0,0 0 0,1 1 0,-1-1 0,0 0 0,0 0 0,2 0 0,38 5 0,-37-5 0,31 4 0,68 17 0,-70-13 0,0-1 0,48 3 0,343-8 0,-205-4 0,1213 2 0,-1418 0 0,-10 1 0,1-1 0,-1 1 0,1-1 0,0 0 0,-1-1 0,1 1 0,-1-1 0,1 0 0,-1 0 0,1 0 0,-1-1 0,0 1 0,5-3 0,-11 1 0,1 1 0,-1 0 0,0 0 0,0 0 0,0-1 0,0 2 0,0-1 0,-1 0 0,1 0 0,-5-2 0,4 2 0,-29-20 0,6 2 0,-33-17 0,50 31 0,-2 1 0,1 1 0,0 0 0,-1 0 0,0 1 0,0 0 0,-13-1 0,13 4 0,8 0 0,0 0 0,-1-1 0,1 1 0,0 0 0,0-1 0,-1 0 0,1 0 0,0 0 0,0 0 0,0 0 0,-5-3 0,8 1 0,8 3 0,9 2 0,111 46 0,-117-42 0,0-1 0,0 2 0,-1-1 0,1 1 0,-1 1 0,15 15 0,-22-20 0,0 0 0,0 0 0,0 0 0,0 0 0,-1 1 0,1-1 0,-1 1 0,0-1 0,0 1 0,0 0 0,-1 0 0,1 0 0,-1 0 0,0 0 0,0 1 0,-1-1 0,1 0 0,-1 0 0,0 0 0,0 1 0,0-1 0,-2 8 0,1-8 0,-1 0 0,0-1 0,0 1 0,0 0 0,-1-1 0,1 1 0,-1-1 0,0 0 0,0 0 0,0 0 0,0 0 0,0 0 0,-6 3 0,-5 2 0,-1 1 0,-18 6 0,-5 3 0,0 1-1365,20-13-5461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18T16:31:23.385"/>
    </inkml:context>
    <inkml:brush xml:id="br0">
      <inkml:brushProperty name="width" value="0.05" units="cm"/>
      <inkml:brushProperty name="height" value="0.05" units="cm"/>
    </inkml:brush>
  </inkml:definitions>
  <inkml:trace contextRef="#ctx0" brushRef="#br0">1 1 24575,'0'420'0,"0"-414"0,0-1 0,0 1 0,1-1 0,-1 0 0,1 1 0,1-1 0,-1 0 0,1 1 0,0-1 0,4 9 0,-4-12 0,0 1 0,0-1 0,0 0 0,0 1 0,1-1 0,-1 0 0,1 0 0,0 0 0,-1-1 0,1 1 0,0-1 0,0 1 0,0-1 0,0 0 0,0 0 0,0 0 0,0-1 0,0 1 0,6 0 0,478 57 0,-361-46 0,227-8 0,-183-6 0,-73 2 0,611 15 0,-6-4 0,-460-13 0,-222 2 0,0-2 0,0 0 0,-1-1 0,1-1 0,22-8 0,-41 12 0,-1 0 0,1 0 0,-1 0 0,1 0 0,-1-1 0,1 1 0,-1 0 0,1 0 0,-1-1 0,0 1 0,1 0 0,-1-1 0,1 1 0,-1 0 0,0-1 0,1 1 0,-1-1 0,0 1 0,0 0 0,1-1 0,-1 1 0,0-1 0,0 1 0,1-1 0,-1 1 0,0-1 0,0 1 0,0-1 0,0 1 0,0-1 0,0 1 0,0-2 0,-10-16 0,-24-14 0,32 31 0,-154-134 0,92 99 0,64 36 0,0 0 0,0 0 0,0 0 0,0 0 0,0 0 0,0 0 0,0 0 0,0 0 0,0 0 0,0 0 0,0-1 0,0 1 0,0 0 0,1 0 0,-1 0 0,0 0 0,0 0 0,0 0 0,0 0 0,0 0 0,0 0 0,0 0 0,0 0 0,0 0 0,0 0 0,0 0 0,0-1 0,0 1 0,0 0 0,0 0 0,0 0 0,0 0 0,0 0 0,0 0 0,0 0 0,0 0 0,0 0 0,0 0 0,0 0 0,0 0 0,0-1 0,0 1 0,0 0 0,0 0 0,0 0 0,0 0 0,0 0 0,0 0 0,-1 0 0,1 0 0,0 0 0,0 0 0,0 0 0,0 0 0,0 0 0,0 0 0,0 0 0,0 0 0,0 0 0,11 2 0,14 8 0,-15-2 0,0 1 0,-1 0 0,0 0 0,0 1 0,-1 0 0,12 21 0,16 19 0,-23-36 0,-2 0 0,0 1 0,0 1 0,-1 0 0,-1 0 0,9 25 0,-16-35 0,0 0 0,0 0 0,-1 0 0,0 1 0,0-1 0,0 1 0,-1-1 0,0 1 0,0-1 0,-1 1 0,0-1 0,0 0 0,-1 1 0,1-1 0,-1 0 0,0 0 0,-1 0 0,0 0 0,0 0 0,0-1 0,-8 10 0,-107 143-1365,109-146-5461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18T16:31:28.243"/>
    </inkml:context>
    <inkml:brush xml:id="br0">
      <inkml:brushProperty name="width" value="0.05" units="cm"/>
      <inkml:brushProperty name="height" value="0.05" units="cm"/>
    </inkml:brush>
  </inkml:definitions>
  <inkml:trace contextRef="#ctx0" brushRef="#br0">45 0 24575,'10'28'0,"-1"-3"0,12 105 0,-14-87 0,-3 0 0,-1 0 0,-6 73 0,1-24 0,2 771 0,-1-838 0,-2-1 0,-6 29 0,4-26 0,-2 41 0,6-51 0,1 12 0,-1-1 0,-11 56 0,8-65 0,1 1 0,0 26 0,3-27 0,-1-1 0,-1 0 0,-5 19 0,1-10 0,1 0 0,0 33 0,2-29 0,-8 41 0,10-68 0,0 1 0,0-1 0,1 0 0,-1 0 0,1 0 0,0 1 0,0-1 0,0 0 0,1 0 0,-1 0 0,1 1 0,0-1 0,0 0 0,1 0 0,2 5 0,-2-6 0,0 0 0,1 0 0,0 0 0,0 0 0,0 0 0,0 0 0,0-1 0,1 1 0,-1-1 0,1 0 0,-1 0 0,1-1 0,0 1 0,0-1 0,-1 0 0,6 2 0,68 14 0,103 10 0,-164-25 0,73 4 0,122-6 0,-83-2 0,3636 2 0,-3749-1 0,0 0 0,0-1 0,19-6 0,34-4 0,-64 12 0,1 0 0,-1-1 0,0 0 0,1 0 0,-1 0 0,0 0 0,0-1 0,1 1 0,-1-1 0,6-4 0,-9 6 0,-1-1 0,1 0 0,0 1 0,-1-1 0,1 0 0,0 0 0,-1 1 0,1-1 0,-1 0 0,1 0 0,-1 0 0,0 0 0,1 1 0,-1-1 0,0 0 0,1 0 0,-1 0 0,0 0 0,0 0 0,0-2 0,0 1 0,-1 0 0,1 0 0,-1 1 0,0-1 0,1 0 0,-1 0 0,0 0 0,0 1 0,0-1 0,-1 0 0,1 1 0,0-1 0,-1 1 0,-1-2 0,-19-15 0,0 1 0,-2 0 0,-37-19 0,55 32 0,-16-9 0,-9-5 0,31 18 0,0 0 0,1 1 0,-1-1 0,0 0 0,0 0 0,0 0 0,0 0 0,0 0 0,0 0 0,0 0 0,0 0 0,0 0 0,0 0 0,0 0 0,0 0 0,0 0 0,0 1 0,0-1 0,0 0 0,0 0 0,0 0 0,0 0 0,0 0 0,0 0 0,0 0 0,-1 0 0,1 0 0,0 0 0,0 0 0,0 0 0,0 0 0,0 0 0,0 0 0,0 1 0,0-1 0,0 0 0,0 0 0,0 0 0,0 0 0,0 0 0,0 0 0,0 0 0,0 0 0,0 0 0,-1 0 0,1 0 0,0 0 0,16 16 0,5 3 0,-8-8 0,0 1 0,-1 0 0,0 1 0,-1 1 0,13 19 0,-22-29 0,0 0 0,0 0 0,-1 0 0,1 0 0,-1 0 0,0 0 0,0 0 0,0 1 0,-1-1 0,0 0 0,1 1 0,-1-1 0,-1 0 0,1 1 0,-1-1 0,1 0 0,-1 1 0,-1-1 0,1 0 0,0 0 0,-1 0 0,0 0 0,0 0 0,0 0 0,-1-1 0,-3 6 0,-17 17-227,0-1-1,-2-1 1,0-2-1,-2 0 1,-37 23-1,52-37-6598</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tr-TR"/>
              <a:t>Asıl başlık stilini düzenlemek için tıklayın</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9AB3A824-1A51-4B26-AD58-A6D8E14F6C04}" type="datetimeFigureOut">
              <a:rPr lang="en-US" dirty="0"/>
              <a:t>5/18/2022</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rIns="45720"/>
          <a:lstStyle/>
          <a:p>
            <a:fld id="{6D22F896-40B5-4ADD-8801-0D06FADFA095}" type="slidenum">
              <a:rPr lang="en-US" dirty="0"/>
              <a:t>‹#›</a:t>
            </a:fld>
            <a:endParaRPr lang="en-US" dirty="0"/>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nchor="ct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97D162C4-EDD9-4389-A98B-B87ECEA2A816}" type="datetimeFigureOut">
              <a:rPr lang="en-US" dirty="0"/>
              <a:t>5/18/2022</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tr-TR"/>
              <a:t>Asıl başlık stilini düzenlemek için tıklayın</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3E5059C3-6A89-4494-99FF-5A4D6FFD50EB}" type="datetimeFigureOut">
              <a:rPr lang="en-US" dirty="0"/>
              <a:t>5/18/2022</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CA954B2F-12DE-47F5-8894-472B206D2E1E}" type="datetimeFigureOut">
              <a:rPr lang="en-US" dirty="0"/>
              <a:t>5/18/2022</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tr-TR"/>
              <a:t>Asıl başlık stilini düzenlemek için tıklayın</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2609285" y="2851331"/>
            <a:ext cx="3893623" cy="3071434"/>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6666635" y="2851331"/>
            <a:ext cx="3899798" cy="3071434"/>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dirty="0"/>
              <a:t>5/18/2022</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dirty="0"/>
              <a:t>5/18/2022</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921D9284-D300-4297-87F7-E791DCC15DB1}" type="datetimeFigureOut">
              <a:rPr lang="en-US" dirty="0"/>
              <a:t>5/18/2022</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tr-TR"/>
              <a:t>Asıl başlık stilini düzenlemek için tıklayın</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37D525BB-DA17-4BA0-B3C8-3AC3ABC827E6}" type="datetimeFigureOut">
              <a:rPr lang="en-US" dirty="0"/>
              <a:t>5/18/2022</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simgeye tıklayın</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tr-TR"/>
              <a:t>Asıl başlık stilini düzenlemek için tıklayın</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B16C4C9A-3960-41CF-A4E9-2A8FB932454B}" type="datetimeFigureOut">
              <a:rPr lang="en-US" dirty="0"/>
              <a:t>5/18/2022</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dirty="0"/>
              <a:t>5/18/2022</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dirty="0"/>
              <a:t>5/18/2022</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CBC1C18-307B-4F68-A007-B5B542270E8D}" type="datetimeFigureOut">
              <a:rPr lang="en-US" dirty="0"/>
              <a:t>5/18/2022</a:t>
            </a:fld>
            <a:endParaRPr lang="en-US" dirty="0"/>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r>
              <a:rPr lang="en-US" dirty="0"/>
              <a:t>
              </a:t>
            </a:r>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D22F896-40B5-4ADD-8801-0D06FADFA095}" type="slidenum">
              <a:rPr lang="en-US" dirty="0"/>
              <a:pPr/>
              <a:t>‹#›</a:t>
            </a:fld>
            <a:endParaRPr lang="en-US" dirty="0"/>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5.jp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customXml" Target="../ink/ink2.xml"/><Relationship Id="rId10" Type="http://schemas.openxmlformats.org/officeDocument/2006/relationships/image" Target="../media/image9.png"/><Relationship Id="rId4" Type="http://schemas.openxmlformats.org/officeDocument/2006/relationships/image" Target="../media/image6.png"/><Relationship Id="rId9" Type="http://schemas.openxmlformats.org/officeDocument/2006/relationships/customXml" Target="../ink/ink4.xml"/></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customXml" Target="../ink/ink5.xml"/><Relationship Id="rId7" Type="http://schemas.openxmlformats.org/officeDocument/2006/relationships/customXml" Target="../ink/ink7.xml"/><Relationship Id="rId2" Type="http://schemas.openxmlformats.org/officeDocument/2006/relationships/image" Target="../media/image10.jp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customXml" Target="../ink/ink6.xml"/><Relationship Id="rId10" Type="http://schemas.openxmlformats.org/officeDocument/2006/relationships/image" Target="../media/image14.png"/><Relationship Id="rId4" Type="http://schemas.openxmlformats.org/officeDocument/2006/relationships/image" Target="../media/image11.png"/><Relationship Id="rId9" Type="http://schemas.openxmlformats.org/officeDocument/2006/relationships/customXml" Target="../ink/ink8.xml"/></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customXml" Target="../ink/ink11.xml"/><Relationship Id="rId2" Type="http://schemas.openxmlformats.org/officeDocument/2006/relationships/customXml" Target="../ink/ink9.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customXml" Target="../ink/ink10.xml"/><Relationship Id="rId4" Type="http://schemas.openxmlformats.org/officeDocument/2006/relationships/image" Target="../media/image15.jpg"/></Relationships>
</file>

<file path=ppt/slides/_rels/slide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2.png"/><Relationship Id="rId7" Type="http://schemas.openxmlformats.org/officeDocument/2006/relationships/customXml" Target="../ink/ink14.xml"/><Relationship Id="rId2" Type="http://schemas.openxmlformats.org/officeDocument/2006/relationships/customXml" Target="../ink/ink12.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customXml" Target="../ink/ink13.xml"/><Relationship Id="rId10" Type="http://schemas.openxmlformats.org/officeDocument/2006/relationships/image" Target="../media/image21.png"/><Relationship Id="rId4" Type="http://schemas.openxmlformats.org/officeDocument/2006/relationships/image" Target="../media/image18.jpg"/><Relationship Id="rId9" Type="http://schemas.openxmlformats.org/officeDocument/2006/relationships/customXml" Target="../ink/ink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A958FFD-659B-FC92-B0EF-59350CA1117D}"/>
              </a:ext>
            </a:extLst>
          </p:cNvPr>
          <p:cNvSpPr>
            <a:spLocks noGrp="1"/>
          </p:cNvSpPr>
          <p:nvPr>
            <p:ph type="ctrTitle"/>
          </p:nvPr>
        </p:nvSpPr>
        <p:spPr/>
        <p:txBody>
          <a:bodyPr/>
          <a:lstStyle/>
          <a:p>
            <a:r>
              <a:rPr lang="tr-TR" dirty="0" err="1"/>
              <a:t>Wallet</a:t>
            </a:r>
            <a:br>
              <a:rPr lang="tr-TR" dirty="0"/>
            </a:br>
            <a:r>
              <a:rPr lang="tr-TR" dirty="0"/>
              <a:t>Uygulaması</a:t>
            </a:r>
          </a:p>
        </p:txBody>
      </p:sp>
      <p:sp>
        <p:nvSpPr>
          <p:cNvPr id="3" name="Alt Başlık 2">
            <a:extLst>
              <a:ext uri="{FF2B5EF4-FFF2-40B4-BE49-F238E27FC236}">
                <a16:creationId xmlns:a16="http://schemas.microsoft.com/office/drawing/2014/main" id="{8EEDB96B-A043-3405-CECE-966F127D0CC6}"/>
              </a:ext>
            </a:extLst>
          </p:cNvPr>
          <p:cNvSpPr>
            <a:spLocks noGrp="1"/>
          </p:cNvSpPr>
          <p:nvPr>
            <p:ph type="subTitle" idx="1"/>
          </p:nvPr>
        </p:nvSpPr>
        <p:spPr/>
        <p:txBody>
          <a:bodyPr/>
          <a:lstStyle/>
          <a:p>
            <a:r>
              <a:rPr lang="tr-TR" dirty="0"/>
              <a:t>Muhammet Ali </a:t>
            </a:r>
            <a:r>
              <a:rPr lang="tr-TR" dirty="0" err="1"/>
              <a:t>Bakınç</a:t>
            </a:r>
            <a:endParaRPr lang="tr-TR" dirty="0"/>
          </a:p>
        </p:txBody>
      </p:sp>
      <p:pic>
        <p:nvPicPr>
          <p:cNvPr id="5" name="Resim 4">
            <a:extLst>
              <a:ext uri="{FF2B5EF4-FFF2-40B4-BE49-F238E27FC236}">
                <a16:creationId xmlns:a16="http://schemas.microsoft.com/office/drawing/2014/main" id="{E386C60B-F180-996C-6325-3363528B3058}"/>
              </a:ext>
            </a:extLst>
          </p:cNvPr>
          <p:cNvPicPr>
            <a:picLocks noChangeAspect="1"/>
          </p:cNvPicPr>
          <p:nvPr/>
        </p:nvPicPr>
        <p:blipFill>
          <a:blip r:embed="rId2"/>
          <a:stretch>
            <a:fillRect/>
          </a:stretch>
        </p:blipFill>
        <p:spPr>
          <a:xfrm>
            <a:off x="9226337" y="2820900"/>
            <a:ext cx="2758806" cy="2758806"/>
          </a:xfrm>
          <a:prstGeom prst="rect">
            <a:avLst/>
          </a:prstGeom>
        </p:spPr>
      </p:pic>
    </p:spTree>
    <p:extLst>
      <p:ext uri="{BB962C8B-B14F-4D97-AF65-F5344CB8AC3E}">
        <p14:creationId xmlns:p14="http://schemas.microsoft.com/office/powerpoint/2010/main" val="21861471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4F75F21-9C8B-B112-4EF6-275987E4CF69}"/>
              </a:ext>
            </a:extLst>
          </p:cNvPr>
          <p:cNvSpPr>
            <a:spLocks noGrp="1"/>
          </p:cNvSpPr>
          <p:nvPr>
            <p:ph type="title"/>
          </p:nvPr>
        </p:nvSpPr>
        <p:spPr/>
        <p:txBody>
          <a:bodyPr>
            <a:normAutofit/>
          </a:bodyPr>
          <a:lstStyle/>
          <a:p>
            <a:r>
              <a:rPr lang="tr-TR" sz="4400" dirty="0"/>
              <a:t>Problemin Tanımı</a:t>
            </a:r>
          </a:p>
        </p:txBody>
      </p:sp>
      <p:sp>
        <p:nvSpPr>
          <p:cNvPr id="4" name="Metin kutusu 3">
            <a:extLst>
              <a:ext uri="{FF2B5EF4-FFF2-40B4-BE49-F238E27FC236}">
                <a16:creationId xmlns:a16="http://schemas.microsoft.com/office/drawing/2014/main" id="{B1834323-6937-E2C7-5448-8BCCB94C2E89}"/>
              </a:ext>
            </a:extLst>
          </p:cNvPr>
          <p:cNvSpPr txBox="1"/>
          <p:nvPr/>
        </p:nvSpPr>
        <p:spPr>
          <a:xfrm>
            <a:off x="2611808" y="2104594"/>
            <a:ext cx="7958331" cy="3970318"/>
          </a:xfrm>
          <a:prstGeom prst="rect">
            <a:avLst/>
          </a:prstGeom>
          <a:noFill/>
        </p:spPr>
        <p:txBody>
          <a:bodyPr wrap="square" rtlCol="0">
            <a:spAutoFit/>
          </a:bodyPr>
          <a:lstStyle/>
          <a:p>
            <a:pPr algn="r"/>
            <a:r>
              <a:rPr lang="tr-TR" sz="2800" dirty="0"/>
              <a:t>Mobil teknolojilerin gelişmesiyle birlikte artan online ödemeler ile kullanıcılar kart bilgilerine sıkça ihtiyaç duymaktadırlar. Kullanıcıların ödemeleri için sürekli fiziksel kartlarındaki bilgilere ihtiyaç duymaları böyle bir uygulamaya ihtiyaç oluşturmuştur. Ayrıca online ödeme sistemlerindeki form alanlarını doldurmak için harcanan zamanlar, uygulamayı daha işlevsel hale getirmek için farklı fikirler de vermiştir. </a:t>
            </a:r>
          </a:p>
        </p:txBody>
      </p:sp>
    </p:spTree>
    <p:extLst>
      <p:ext uri="{BB962C8B-B14F-4D97-AF65-F5344CB8AC3E}">
        <p14:creationId xmlns:p14="http://schemas.microsoft.com/office/powerpoint/2010/main" val="18505654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Başlık 1">
            <a:extLst>
              <a:ext uri="{FF2B5EF4-FFF2-40B4-BE49-F238E27FC236}">
                <a16:creationId xmlns:a16="http://schemas.microsoft.com/office/drawing/2014/main" id="{53C9467B-CDBA-B8A6-0F0E-87C1A70635FF}"/>
              </a:ext>
            </a:extLst>
          </p:cNvPr>
          <p:cNvSpPr>
            <a:spLocks noGrp="1"/>
          </p:cNvSpPr>
          <p:nvPr>
            <p:ph type="title"/>
          </p:nvPr>
        </p:nvSpPr>
        <p:spPr>
          <a:xfrm>
            <a:off x="2611808" y="808056"/>
            <a:ext cx="7958331" cy="1077229"/>
          </a:xfrm>
        </p:spPr>
        <p:txBody>
          <a:bodyPr>
            <a:normAutofit/>
          </a:bodyPr>
          <a:lstStyle/>
          <a:p>
            <a:r>
              <a:rPr lang="tr-TR" sz="4400" dirty="0"/>
              <a:t>Çözüm Yaklaşımları</a:t>
            </a:r>
          </a:p>
        </p:txBody>
      </p:sp>
      <p:sp>
        <p:nvSpPr>
          <p:cNvPr id="7" name="Metin kutusu 6">
            <a:extLst>
              <a:ext uri="{FF2B5EF4-FFF2-40B4-BE49-F238E27FC236}">
                <a16:creationId xmlns:a16="http://schemas.microsoft.com/office/drawing/2014/main" id="{BDA272AE-3EB2-F1F8-5F01-3037B28A2DA4}"/>
              </a:ext>
            </a:extLst>
          </p:cNvPr>
          <p:cNvSpPr txBox="1"/>
          <p:nvPr/>
        </p:nvSpPr>
        <p:spPr>
          <a:xfrm>
            <a:off x="2611808" y="2104594"/>
            <a:ext cx="7958331" cy="3970318"/>
          </a:xfrm>
          <a:prstGeom prst="rect">
            <a:avLst/>
          </a:prstGeom>
          <a:noFill/>
        </p:spPr>
        <p:txBody>
          <a:bodyPr wrap="square" rtlCol="0">
            <a:spAutoFit/>
          </a:bodyPr>
          <a:lstStyle/>
          <a:p>
            <a:pPr algn="r"/>
            <a:r>
              <a:rPr lang="tr-TR" sz="2800" dirty="0"/>
              <a:t>Bu probleme çözüm için kullanıcıların kart bilgilerini tek seferlik olarak kaydedip istedikleri zaman ulaşabildikleri bir mobil uygulama oluşturmaya karar verdim. Böylelikle kullanıcılar fiziksel kartları yanlarında bulunmasa bile kart bilgilerine saniyeler içinde ulaşabileceklerdir. Ayrıca form doldurmak için harcadıkları zamanı da azaltmak için </a:t>
            </a:r>
            <a:r>
              <a:rPr lang="tr-TR" sz="2800" dirty="0" err="1"/>
              <a:t>Huawei’nin</a:t>
            </a:r>
            <a:r>
              <a:rPr lang="tr-TR" sz="2800" dirty="0"/>
              <a:t> geliştirdiği Banka Kartı Tanıma aracını kullanmış oldum. </a:t>
            </a:r>
          </a:p>
        </p:txBody>
      </p:sp>
    </p:spTree>
    <p:extLst>
      <p:ext uri="{BB962C8B-B14F-4D97-AF65-F5344CB8AC3E}">
        <p14:creationId xmlns:p14="http://schemas.microsoft.com/office/powerpoint/2010/main" val="5904321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1">
            <a:extLst>
              <a:ext uri="{FF2B5EF4-FFF2-40B4-BE49-F238E27FC236}">
                <a16:creationId xmlns:a16="http://schemas.microsoft.com/office/drawing/2014/main" id="{A2144F42-A9BC-B811-3175-76E89BAA3F35}"/>
              </a:ext>
            </a:extLst>
          </p:cNvPr>
          <p:cNvSpPr>
            <a:spLocks noGrp="1"/>
          </p:cNvSpPr>
          <p:nvPr>
            <p:ph type="title"/>
          </p:nvPr>
        </p:nvSpPr>
        <p:spPr>
          <a:xfrm>
            <a:off x="2611808" y="808056"/>
            <a:ext cx="7958331" cy="1077229"/>
          </a:xfrm>
        </p:spPr>
        <p:txBody>
          <a:bodyPr>
            <a:normAutofit/>
          </a:bodyPr>
          <a:lstStyle/>
          <a:p>
            <a:r>
              <a:rPr lang="tr-TR" sz="4400" dirty="0"/>
              <a:t>Kullanılan Teknolojiler</a:t>
            </a:r>
          </a:p>
        </p:txBody>
      </p:sp>
      <p:sp>
        <p:nvSpPr>
          <p:cNvPr id="5" name="Metin kutusu 4">
            <a:extLst>
              <a:ext uri="{FF2B5EF4-FFF2-40B4-BE49-F238E27FC236}">
                <a16:creationId xmlns:a16="http://schemas.microsoft.com/office/drawing/2014/main" id="{A7A13BB0-C570-CE42-15E3-DD09CA7A9839}"/>
              </a:ext>
            </a:extLst>
          </p:cNvPr>
          <p:cNvSpPr txBox="1"/>
          <p:nvPr/>
        </p:nvSpPr>
        <p:spPr>
          <a:xfrm>
            <a:off x="2611808" y="2104594"/>
            <a:ext cx="7958331" cy="3539430"/>
          </a:xfrm>
          <a:prstGeom prst="rect">
            <a:avLst/>
          </a:prstGeom>
          <a:noFill/>
        </p:spPr>
        <p:txBody>
          <a:bodyPr wrap="square" rtlCol="0">
            <a:spAutoFit/>
          </a:bodyPr>
          <a:lstStyle/>
          <a:p>
            <a:pPr algn="r"/>
            <a:r>
              <a:rPr lang="tr-TR" sz="2800" dirty="0"/>
              <a:t>Uygulamayı ilk aşamada internetsiz olarak çalışabilecek şekilde tasarlamaya karar verdim. Böylece kullanıcı interneti olmasa dahi bilgilerine erişebilecektir. Bunun için </a:t>
            </a:r>
            <a:r>
              <a:rPr lang="tr-TR" sz="2800" dirty="0" err="1"/>
              <a:t>Android’in</a:t>
            </a:r>
            <a:r>
              <a:rPr lang="tr-TR" sz="2800" dirty="0"/>
              <a:t> sağlamış olduğu lokal </a:t>
            </a:r>
            <a:r>
              <a:rPr lang="tr-TR" sz="2800" dirty="0" err="1"/>
              <a:t>SQLite</a:t>
            </a:r>
            <a:r>
              <a:rPr lang="tr-TR" sz="2800" dirty="0"/>
              <a:t> </a:t>
            </a:r>
            <a:r>
              <a:rPr lang="tr-TR" sz="2800" dirty="0" err="1"/>
              <a:t>veritabanını</a:t>
            </a:r>
            <a:r>
              <a:rPr lang="tr-TR" sz="2800" dirty="0"/>
              <a:t> kullandım. Bunun yanında </a:t>
            </a:r>
            <a:r>
              <a:rPr lang="tr-TR" sz="2800" dirty="0" err="1"/>
              <a:t>Huawei</a:t>
            </a:r>
            <a:r>
              <a:rPr lang="tr-TR" sz="2800" dirty="0"/>
              <a:t> Banka Kartı Tanıma aracı ile kayıt formunu kamera kullanarak anında doldurmayı sağladım.</a:t>
            </a:r>
          </a:p>
        </p:txBody>
      </p:sp>
    </p:spTree>
    <p:extLst>
      <p:ext uri="{BB962C8B-B14F-4D97-AF65-F5344CB8AC3E}">
        <p14:creationId xmlns:p14="http://schemas.microsoft.com/office/powerpoint/2010/main" val="13551108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1">
            <a:extLst>
              <a:ext uri="{FF2B5EF4-FFF2-40B4-BE49-F238E27FC236}">
                <a16:creationId xmlns:a16="http://schemas.microsoft.com/office/drawing/2014/main" id="{A2144F42-A9BC-B811-3175-76E89BAA3F35}"/>
              </a:ext>
            </a:extLst>
          </p:cNvPr>
          <p:cNvSpPr>
            <a:spLocks noGrp="1"/>
          </p:cNvSpPr>
          <p:nvPr>
            <p:ph type="title"/>
          </p:nvPr>
        </p:nvSpPr>
        <p:spPr>
          <a:xfrm>
            <a:off x="2611808" y="808056"/>
            <a:ext cx="7958331" cy="1077229"/>
          </a:xfrm>
        </p:spPr>
        <p:txBody>
          <a:bodyPr>
            <a:normAutofit/>
          </a:bodyPr>
          <a:lstStyle/>
          <a:p>
            <a:r>
              <a:rPr lang="tr-TR" sz="4400" dirty="0"/>
              <a:t>Oluşturulan Uygulama</a:t>
            </a:r>
          </a:p>
        </p:txBody>
      </p:sp>
      <p:pic>
        <p:nvPicPr>
          <p:cNvPr id="3" name="Resim 2">
            <a:extLst>
              <a:ext uri="{FF2B5EF4-FFF2-40B4-BE49-F238E27FC236}">
                <a16:creationId xmlns:a16="http://schemas.microsoft.com/office/drawing/2014/main" id="{8C180E6B-86F4-2A73-CA05-FBD54E30C29C}"/>
              </a:ext>
            </a:extLst>
          </p:cNvPr>
          <p:cNvPicPr>
            <a:picLocks noChangeAspect="1"/>
          </p:cNvPicPr>
          <p:nvPr/>
        </p:nvPicPr>
        <p:blipFill>
          <a:blip r:embed="rId2"/>
          <a:stretch>
            <a:fillRect/>
          </a:stretch>
        </p:blipFill>
        <p:spPr>
          <a:xfrm>
            <a:off x="1720974" y="1633490"/>
            <a:ext cx="2195226" cy="4878280"/>
          </a:xfrm>
          <a:prstGeom prst="rect">
            <a:avLst/>
          </a:prstGeom>
        </p:spPr>
      </p:pic>
      <mc:AlternateContent xmlns:mc="http://schemas.openxmlformats.org/markup-compatibility/2006">
        <mc:Choice xmlns:p14="http://schemas.microsoft.com/office/powerpoint/2010/main" Requires="p14">
          <p:contentPart p14:bwMode="auto" r:id="rId3">
            <p14:nvContentPartPr>
              <p14:cNvPr id="9" name="Mürekkep 8">
                <a:extLst>
                  <a:ext uri="{FF2B5EF4-FFF2-40B4-BE49-F238E27FC236}">
                    <a16:creationId xmlns:a16="http://schemas.microsoft.com/office/drawing/2014/main" id="{337182F6-7660-B308-AB07-55A3B899B5DC}"/>
                  </a:ext>
                </a:extLst>
              </p14:cNvPr>
              <p14:cNvContentPartPr/>
              <p14:nvPr/>
            </p14:nvContentPartPr>
            <p14:xfrm>
              <a:off x="3106713" y="2520273"/>
              <a:ext cx="1541520" cy="149040"/>
            </p14:xfrm>
          </p:contentPart>
        </mc:Choice>
        <mc:Fallback>
          <p:pic>
            <p:nvPicPr>
              <p:cNvPr id="9" name="Mürekkep 8">
                <a:extLst>
                  <a:ext uri="{FF2B5EF4-FFF2-40B4-BE49-F238E27FC236}">
                    <a16:creationId xmlns:a16="http://schemas.microsoft.com/office/drawing/2014/main" id="{337182F6-7660-B308-AB07-55A3B899B5DC}"/>
                  </a:ext>
                </a:extLst>
              </p:cNvPr>
              <p:cNvPicPr/>
              <p:nvPr/>
            </p:nvPicPr>
            <p:blipFill>
              <a:blip r:embed="rId4"/>
              <a:stretch>
                <a:fillRect/>
              </a:stretch>
            </p:blipFill>
            <p:spPr>
              <a:xfrm>
                <a:off x="3098073" y="2511273"/>
                <a:ext cx="1559160" cy="16668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0" name="Mürekkep 9">
                <a:extLst>
                  <a:ext uri="{FF2B5EF4-FFF2-40B4-BE49-F238E27FC236}">
                    <a16:creationId xmlns:a16="http://schemas.microsoft.com/office/drawing/2014/main" id="{9C61419D-61EC-AAB1-256F-53B138A77EFD}"/>
                  </a:ext>
                </a:extLst>
              </p14:cNvPr>
              <p14:cNvContentPartPr/>
              <p14:nvPr/>
            </p14:nvContentPartPr>
            <p14:xfrm>
              <a:off x="3648153" y="3071073"/>
              <a:ext cx="498600" cy="3196440"/>
            </p14:xfrm>
          </p:contentPart>
        </mc:Choice>
        <mc:Fallback>
          <p:pic>
            <p:nvPicPr>
              <p:cNvPr id="10" name="Mürekkep 9">
                <a:extLst>
                  <a:ext uri="{FF2B5EF4-FFF2-40B4-BE49-F238E27FC236}">
                    <a16:creationId xmlns:a16="http://schemas.microsoft.com/office/drawing/2014/main" id="{9C61419D-61EC-AAB1-256F-53B138A77EFD}"/>
                  </a:ext>
                </a:extLst>
              </p:cNvPr>
              <p:cNvPicPr/>
              <p:nvPr/>
            </p:nvPicPr>
            <p:blipFill>
              <a:blip r:embed="rId6"/>
              <a:stretch>
                <a:fillRect/>
              </a:stretch>
            </p:blipFill>
            <p:spPr>
              <a:xfrm>
                <a:off x="3639513" y="3062433"/>
                <a:ext cx="516240" cy="321408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1" name="Mürekkep 10">
                <a:extLst>
                  <a:ext uri="{FF2B5EF4-FFF2-40B4-BE49-F238E27FC236}">
                    <a16:creationId xmlns:a16="http://schemas.microsoft.com/office/drawing/2014/main" id="{67260F7A-8AE1-3FA9-9B79-5D292521E613}"/>
                  </a:ext>
                </a:extLst>
              </p14:cNvPr>
              <p14:cNvContentPartPr/>
              <p14:nvPr/>
            </p14:nvContentPartPr>
            <p14:xfrm>
              <a:off x="4136673" y="3167553"/>
              <a:ext cx="539280" cy="249840"/>
            </p14:xfrm>
          </p:contentPart>
        </mc:Choice>
        <mc:Fallback>
          <p:pic>
            <p:nvPicPr>
              <p:cNvPr id="11" name="Mürekkep 10">
                <a:extLst>
                  <a:ext uri="{FF2B5EF4-FFF2-40B4-BE49-F238E27FC236}">
                    <a16:creationId xmlns:a16="http://schemas.microsoft.com/office/drawing/2014/main" id="{67260F7A-8AE1-3FA9-9B79-5D292521E613}"/>
                  </a:ext>
                </a:extLst>
              </p:cNvPr>
              <p:cNvPicPr/>
              <p:nvPr/>
            </p:nvPicPr>
            <p:blipFill>
              <a:blip r:embed="rId8"/>
              <a:stretch>
                <a:fillRect/>
              </a:stretch>
            </p:blipFill>
            <p:spPr>
              <a:xfrm>
                <a:off x="4128033" y="3158913"/>
                <a:ext cx="556920" cy="267480"/>
              </a:xfrm>
              <a:prstGeom prst="rect">
                <a:avLst/>
              </a:prstGeom>
            </p:spPr>
          </p:pic>
        </mc:Fallback>
      </mc:AlternateContent>
      <p:sp>
        <p:nvSpPr>
          <p:cNvPr id="12" name="Metin kutusu 11">
            <a:extLst>
              <a:ext uri="{FF2B5EF4-FFF2-40B4-BE49-F238E27FC236}">
                <a16:creationId xmlns:a16="http://schemas.microsoft.com/office/drawing/2014/main" id="{4CF51AEA-D43F-88EE-8D60-33BECCEE9CB7}"/>
              </a:ext>
            </a:extLst>
          </p:cNvPr>
          <p:cNvSpPr txBox="1"/>
          <p:nvPr/>
        </p:nvSpPr>
        <p:spPr>
          <a:xfrm>
            <a:off x="8727968" y="1547934"/>
            <a:ext cx="1842171" cy="523220"/>
          </a:xfrm>
          <a:prstGeom prst="rect">
            <a:avLst/>
          </a:prstGeom>
          <a:noFill/>
        </p:spPr>
        <p:txBody>
          <a:bodyPr wrap="none" rtlCol="0">
            <a:spAutoFit/>
          </a:bodyPr>
          <a:lstStyle/>
          <a:p>
            <a:r>
              <a:rPr lang="tr-TR" sz="2800" dirty="0"/>
              <a:t>Ana Sayfa</a:t>
            </a:r>
          </a:p>
        </p:txBody>
      </p:sp>
      <p:sp>
        <p:nvSpPr>
          <p:cNvPr id="13" name="Metin kutusu 12">
            <a:extLst>
              <a:ext uri="{FF2B5EF4-FFF2-40B4-BE49-F238E27FC236}">
                <a16:creationId xmlns:a16="http://schemas.microsoft.com/office/drawing/2014/main" id="{707A1234-0492-3EAA-98AA-4191DD83E592}"/>
              </a:ext>
            </a:extLst>
          </p:cNvPr>
          <p:cNvSpPr txBox="1"/>
          <p:nvPr/>
        </p:nvSpPr>
        <p:spPr>
          <a:xfrm>
            <a:off x="4778885" y="2394738"/>
            <a:ext cx="3864328" cy="400110"/>
          </a:xfrm>
          <a:prstGeom prst="rect">
            <a:avLst/>
          </a:prstGeom>
          <a:noFill/>
        </p:spPr>
        <p:txBody>
          <a:bodyPr wrap="none" rtlCol="0">
            <a:spAutoFit/>
          </a:bodyPr>
          <a:lstStyle/>
          <a:p>
            <a:r>
              <a:rPr lang="tr-TR" sz="2000" dirty="0"/>
              <a:t>Yeni Kart Ekleme Sayfasını Açar</a:t>
            </a:r>
          </a:p>
        </p:txBody>
      </p:sp>
      <p:sp>
        <p:nvSpPr>
          <p:cNvPr id="16" name="Metin kutusu 15">
            <a:extLst>
              <a:ext uri="{FF2B5EF4-FFF2-40B4-BE49-F238E27FC236}">
                <a16:creationId xmlns:a16="http://schemas.microsoft.com/office/drawing/2014/main" id="{372FA394-5CE8-D16D-F0EE-C2D9A916649C}"/>
              </a:ext>
            </a:extLst>
          </p:cNvPr>
          <p:cNvSpPr txBox="1"/>
          <p:nvPr/>
        </p:nvSpPr>
        <p:spPr>
          <a:xfrm>
            <a:off x="4778885" y="3092418"/>
            <a:ext cx="2733441" cy="400110"/>
          </a:xfrm>
          <a:prstGeom prst="rect">
            <a:avLst/>
          </a:prstGeom>
          <a:noFill/>
        </p:spPr>
        <p:txBody>
          <a:bodyPr wrap="none" rtlCol="0">
            <a:spAutoFit/>
          </a:bodyPr>
          <a:lstStyle/>
          <a:p>
            <a:r>
              <a:rPr lang="tr-TR" sz="2000" dirty="0"/>
              <a:t>Kayıtlı Kartların Listesi</a:t>
            </a:r>
          </a:p>
        </p:txBody>
      </p:sp>
      <mc:AlternateContent xmlns:mc="http://schemas.openxmlformats.org/markup-compatibility/2006">
        <mc:Choice xmlns:p14="http://schemas.microsoft.com/office/powerpoint/2010/main" Requires="p14">
          <p:contentPart p14:bwMode="auto" r:id="rId9">
            <p14:nvContentPartPr>
              <p14:cNvPr id="19" name="Mürekkep 18">
                <a:extLst>
                  <a:ext uri="{FF2B5EF4-FFF2-40B4-BE49-F238E27FC236}">
                    <a16:creationId xmlns:a16="http://schemas.microsoft.com/office/drawing/2014/main" id="{FA0862B1-8442-AB36-2B5B-0B75C8EA6E94}"/>
                  </a:ext>
                </a:extLst>
              </p14:cNvPr>
              <p14:cNvContentPartPr/>
              <p14:nvPr/>
            </p14:nvContentPartPr>
            <p14:xfrm>
              <a:off x="4136673" y="3916353"/>
              <a:ext cx="607680" cy="261000"/>
            </p14:xfrm>
          </p:contentPart>
        </mc:Choice>
        <mc:Fallback>
          <p:pic>
            <p:nvPicPr>
              <p:cNvPr id="19" name="Mürekkep 18">
                <a:extLst>
                  <a:ext uri="{FF2B5EF4-FFF2-40B4-BE49-F238E27FC236}">
                    <a16:creationId xmlns:a16="http://schemas.microsoft.com/office/drawing/2014/main" id="{FA0862B1-8442-AB36-2B5B-0B75C8EA6E94}"/>
                  </a:ext>
                </a:extLst>
              </p:cNvPr>
              <p:cNvPicPr/>
              <p:nvPr/>
            </p:nvPicPr>
            <p:blipFill>
              <a:blip r:embed="rId10"/>
              <a:stretch>
                <a:fillRect/>
              </a:stretch>
            </p:blipFill>
            <p:spPr>
              <a:xfrm>
                <a:off x="4128033" y="3907353"/>
                <a:ext cx="625320" cy="278640"/>
              </a:xfrm>
              <a:prstGeom prst="rect">
                <a:avLst/>
              </a:prstGeom>
            </p:spPr>
          </p:pic>
        </mc:Fallback>
      </mc:AlternateContent>
      <p:sp>
        <p:nvSpPr>
          <p:cNvPr id="26" name="Metin kutusu 25">
            <a:extLst>
              <a:ext uri="{FF2B5EF4-FFF2-40B4-BE49-F238E27FC236}">
                <a16:creationId xmlns:a16="http://schemas.microsoft.com/office/drawing/2014/main" id="{33FA8BAD-4533-6E91-8947-4E13D436F2A4}"/>
              </a:ext>
            </a:extLst>
          </p:cNvPr>
          <p:cNvSpPr txBox="1"/>
          <p:nvPr/>
        </p:nvSpPr>
        <p:spPr>
          <a:xfrm>
            <a:off x="4778884" y="3846798"/>
            <a:ext cx="4921988" cy="400110"/>
          </a:xfrm>
          <a:prstGeom prst="rect">
            <a:avLst/>
          </a:prstGeom>
          <a:noFill/>
        </p:spPr>
        <p:txBody>
          <a:bodyPr wrap="none" rtlCol="0">
            <a:spAutoFit/>
          </a:bodyPr>
          <a:lstStyle/>
          <a:p>
            <a:r>
              <a:rPr lang="tr-TR" sz="2000" dirty="0"/>
              <a:t>Kartlara Tıklanınca Detaylar Sayfası Açılır</a:t>
            </a:r>
          </a:p>
        </p:txBody>
      </p:sp>
    </p:spTree>
    <p:extLst>
      <p:ext uri="{BB962C8B-B14F-4D97-AF65-F5344CB8AC3E}">
        <p14:creationId xmlns:p14="http://schemas.microsoft.com/office/powerpoint/2010/main" val="4466064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1">
            <a:extLst>
              <a:ext uri="{FF2B5EF4-FFF2-40B4-BE49-F238E27FC236}">
                <a16:creationId xmlns:a16="http://schemas.microsoft.com/office/drawing/2014/main" id="{A2144F42-A9BC-B811-3175-76E89BAA3F35}"/>
              </a:ext>
            </a:extLst>
          </p:cNvPr>
          <p:cNvSpPr>
            <a:spLocks noGrp="1"/>
          </p:cNvSpPr>
          <p:nvPr>
            <p:ph type="title"/>
          </p:nvPr>
        </p:nvSpPr>
        <p:spPr>
          <a:xfrm>
            <a:off x="2611808" y="808056"/>
            <a:ext cx="7958331" cy="1077229"/>
          </a:xfrm>
        </p:spPr>
        <p:txBody>
          <a:bodyPr>
            <a:normAutofit/>
          </a:bodyPr>
          <a:lstStyle/>
          <a:p>
            <a:r>
              <a:rPr lang="tr-TR" sz="4400" dirty="0"/>
              <a:t>Oluşturulan Uygulama</a:t>
            </a:r>
          </a:p>
        </p:txBody>
      </p:sp>
      <p:sp>
        <p:nvSpPr>
          <p:cNvPr id="12" name="Metin kutusu 11">
            <a:extLst>
              <a:ext uri="{FF2B5EF4-FFF2-40B4-BE49-F238E27FC236}">
                <a16:creationId xmlns:a16="http://schemas.microsoft.com/office/drawing/2014/main" id="{4CF51AEA-D43F-88EE-8D60-33BECCEE9CB7}"/>
              </a:ext>
            </a:extLst>
          </p:cNvPr>
          <p:cNvSpPr txBox="1"/>
          <p:nvPr/>
        </p:nvSpPr>
        <p:spPr>
          <a:xfrm>
            <a:off x="7642030" y="1573948"/>
            <a:ext cx="2928109" cy="523220"/>
          </a:xfrm>
          <a:prstGeom prst="rect">
            <a:avLst/>
          </a:prstGeom>
          <a:noFill/>
        </p:spPr>
        <p:txBody>
          <a:bodyPr wrap="none" rtlCol="0">
            <a:spAutoFit/>
          </a:bodyPr>
          <a:lstStyle/>
          <a:p>
            <a:r>
              <a:rPr lang="tr-TR" sz="2800" dirty="0"/>
              <a:t>Yeni Kart Ekleme</a:t>
            </a:r>
          </a:p>
        </p:txBody>
      </p:sp>
      <p:sp>
        <p:nvSpPr>
          <p:cNvPr id="13" name="Metin kutusu 12">
            <a:extLst>
              <a:ext uri="{FF2B5EF4-FFF2-40B4-BE49-F238E27FC236}">
                <a16:creationId xmlns:a16="http://schemas.microsoft.com/office/drawing/2014/main" id="{707A1234-0492-3EAA-98AA-4191DD83E592}"/>
              </a:ext>
            </a:extLst>
          </p:cNvPr>
          <p:cNvSpPr txBox="1"/>
          <p:nvPr/>
        </p:nvSpPr>
        <p:spPr>
          <a:xfrm>
            <a:off x="4213441" y="3503898"/>
            <a:ext cx="5296899" cy="400110"/>
          </a:xfrm>
          <a:prstGeom prst="rect">
            <a:avLst/>
          </a:prstGeom>
          <a:noFill/>
        </p:spPr>
        <p:txBody>
          <a:bodyPr wrap="none" rtlCol="0">
            <a:spAutoFit/>
          </a:bodyPr>
          <a:lstStyle/>
          <a:p>
            <a:r>
              <a:rPr lang="tr-TR" sz="2000" dirty="0"/>
              <a:t>Kamera ile Otomatik Doldurma Ekranını Açar</a:t>
            </a:r>
          </a:p>
        </p:txBody>
      </p:sp>
      <p:sp>
        <p:nvSpPr>
          <p:cNvPr id="16" name="Metin kutusu 15">
            <a:extLst>
              <a:ext uri="{FF2B5EF4-FFF2-40B4-BE49-F238E27FC236}">
                <a16:creationId xmlns:a16="http://schemas.microsoft.com/office/drawing/2014/main" id="{372FA394-5CE8-D16D-F0EE-C2D9A916649C}"/>
              </a:ext>
            </a:extLst>
          </p:cNvPr>
          <p:cNvSpPr txBox="1"/>
          <p:nvPr/>
        </p:nvSpPr>
        <p:spPr>
          <a:xfrm>
            <a:off x="4213441" y="4209661"/>
            <a:ext cx="3494867" cy="400110"/>
          </a:xfrm>
          <a:prstGeom prst="rect">
            <a:avLst/>
          </a:prstGeom>
          <a:noFill/>
        </p:spPr>
        <p:txBody>
          <a:bodyPr wrap="none" rtlCol="0">
            <a:spAutoFit/>
          </a:bodyPr>
          <a:lstStyle/>
          <a:p>
            <a:r>
              <a:rPr lang="tr-TR" sz="2000" dirty="0"/>
              <a:t>Kart Bilgilerinin Girildiği Form</a:t>
            </a:r>
          </a:p>
        </p:txBody>
      </p:sp>
      <p:sp>
        <p:nvSpPr>
          <p:cNvPr id="26" name="Metin kutusu 25">
            <a:extLst>
              <a:ext uri="{FF2B5EF4-FFF2-40B4-BE49-F238E27FC236}">
                <a16:creationId xmlns:a16="http://schemas.microsoft.com/office/drawing/2014/main" id="{33FA8BAD-4533-6E91-8947-4E13D436F2A4}"/>
              </a:ext>
            </a:extLst>
          </p:cNvPr>
          <p:cNvSpPr txBox="1"/>
          <p:nvPr/>
        </p:nvSpPr>
        <p:spPr>
          <a:xfrm>
            <a:off x="4325673" y="5192130"/>
            <a:ext cx="1651414" cy="400110"/>
          </a:xfrm>
          <a:prstGeom prst="rect">
            <a:avLst/>
          </a:prstGeom>
          <a:noFill/>
        </p:spPr>
        <p:txBody>
          <a:bodyPr wrap="none" rtlCol="0">
            <a:spAutoFit/>
          </a:bodyPr>
          <a:lstStyle/>
          <a:p>
            <a:r>
              <a:rPr lang="tr-TR" sz="2000" dirty="0"/>
              <a:t>Kayıt Butonu</a:t>
            </a:r>
          </a:p>
        </p:txBody>
      </p:sp>
      <p:pic>
        <p:nvPicPr>
          <p:cNvPr id="5" name="Resim 4">
            <a:extLst>
              <a:ext uri="{FF2B5EF4-FFF2-40B4-BE49-F238E27FC236}">
                <a16:creationId xmlns:a16="http://schemas.microsoft.com/office/drawing/2014/main" id="{5B852DB8-1CC9-9442-C9B4-E64DD94892E4}"/>
              </a:ext>
            </a:extLst>
          </p:cNvPr>
          <p:cNvPicPr>
            <a:picLocks noChangeAspect="1"/>
          </p:cNvPicPr>
          <p:nvPr/>
        </p:nvPicPr>
        <p:blipFill>
          <a:blip r:embed="rId2"/>
          <a:stretch>
            <a:fillRect/>
          </a:stretch>
        </p:blipFill>
        <p:spPr>
          <a:xfrm>
            <a:off x="1720974" y="1633490"/>
            <a:ext cx="2195226" cy="4878280"/>
          </a:xfrm>
          <a:prstGeom prst="rect">
            <a:avLst/>
          </a:prstGeom>
        </p:spPr>
      </p:pic>
      <mc:AlternateContent xmlns:mc="http://schemas.openxmlformats.org/markup-compatibility/2006">
        <mc:Choice xmlns:p14="http://schemas.microsoft.com/office/powerpoint/2010/main" Requires="p14">
          <p:contentPart p14:bwMode="auto" r:id="rId3">
            <p14:nvContentPartPr>
              <p14:cNvPr id="6" name="Mürekkep 5">
                <a:extLst>
                  <a:ext uri="{FF2B5EF4-FFF2-40B4-BE49-F238E27FC236}">
                    <a16:creationId xmlns:a16="http://schemas.microsoft.com/office/drawing/2014/main" id="{8F1BC671-73AE-EA34-6964-B2A921F203BA}"/>
                  </a:ext>
                </a:extLst>
              </p14:cNvPr>
              <p14:cNvContentPartPr/>
              <p14:nvPr/>
            </p14:nvContentPartPr>
            <p14:xfrm>
              <a:off x="3195633" y="3631953"/>
              <a:ext cx="950400" cy="144000"/>
            </p14:xfrm>
          </p:contentPart>
        </mc:Choice>
        <mc:Fallback>
          <p:pic>
            <p:nvPicPr>
              <p:cNvPr id="6" name="Mürekkep 5">
                <a:extLst>
                  <a:ext uri="{FF2B5EF4-FFF2-40B4-BE49-F238E27FC236}">
                    <a16:creationId xmlns:a16="http://schemas.microsoft.com/office/drawing/2014/main" id="{8F1BC671-73AE-EA34-6964-B2A921F203BA}"/>
                  </a:ext>
                </a:extLst>
              </p:cNvPr>
              <p:cNvPicPr/>
              <p:nvPr/>
            </p:nvPicPr>
            <p:blipFill>
              <a:blip r:embed="rId4"/>
              <a:stretch>
                <a:fillRect/>
              </a:stretch>
            </p:blipFill>
            <p:spPr>
              <a:xfrm>
                <a:off x="3186993" y="3622953"/>
                <a:ext cx="968040" cy="16164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7" name="Mürekkep 6">
                <a:extLst>
                  <a:ext uri="{FF2B5EF4-FFF2-40B4-BE49-F238E27FC236}">
                    <a16:creationId xmlns:a16="http://schemas.microsoft.com/office/drawing/2014/main" id="{16000948-85F8-68DB-F0D3-9CB14C7E174D}"/>
                  </a:ext>
                </a:extLst>
              </p14:cNvPr>
              <p14:cNvContentPartPr/>
              <p14:nvPr/>
            </p14:nvContentPartPr>
            <p14:xfrm>
              <a:off x="3710793" y="3887553"/>
              <a:ext cx="160920" cy="1085400"/>
            </p14:xfrm>
          </p:contentPart>
        </mc:Choice>
        <mc:Fallback>
          <p:pic>
            <p:nvPicPr>
              <p:cNvPr id="7" name="Mürekkep 6">
                <a:extLst>
                  <a:ext uri="{FF2B5EF4-FFF2-40B4-BE49-F238E27FC236}">
                    <a16:creationId xmlns:a16="http://schemas.microsoft.com/office/drawing/2014/main" id="{16000948-85F8-68DB-F0D3-9CB14C7E174D}"/>
                  </a:ext>
                </a:extLst>
              </p:cNvPr>
              <p:cNvPicPr/>
              <p:nvPr/>
            </p:nvPicPr>
            <p:blipFill>
              <a:blip r:embed="rId6"/>
              <a:stretch>
                <a:fillRect/>
              </a:stretch>
            </p:blipFill>
            <p:spPr>
              <a:xfrm>
                <a:off x="3701793" y="3878553"/>
                <a:ext cx="178560" cy="110304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8" name="Mürekkep 7">
                <a:extLst>
                  <a:ext uri="{FF2B5EF4-FFF2-40B4-BE49-F238E27FC236}">
                    <a16:creationId xmlns:a16="http://schemas.microsoft.com/office/drawing/2014/main" id="{E06AAF80-670C-403B-9307-90432E0C0647}"/>
                  </a:ext>
                </a:extLst>
              </p14:cNvPr>
              <p14:cNvContentPartPr/>
              <p14:nvPr/>
            </p14:nvContentPartPr>
            <p14:xfrm>
              <a:off x="3843633" y="4329633"/>
              <a:ext cx="338040" cy="140040"/>
            </p14:xfrm>
          </p:contentPart>
        </mc:Choice>
        <mc:Fallback>
          <p:pic>
            <p:nvPicPr>
              <p:cNvPr id="8" name="Mürekkep 7">
                <a:extLst>
                  <a:ext uri="{FF2B5EF4-FFF2-40B4-BE49-F238E27FC236}">
                    <a16:creationId xmlns:a16="http://schemas.microsoft.com/office/drawing/2014/main" id="{E06AAF80-670C-403B-9307-90432E0C0647}"/>
                  </a:ext>
                </a:extLst>
              </p:cNvPr>
              <p:cNvPicPr/>
              <p:nvPr/>
            </p:nvPicPr>
            <p:blipFill>
              <a:blip r:embed="rId8"/>
              <a:stretch>
                <a:fillRect/>
              </a:stretch>
            </p:blipFill>
            <p:spPr>
              <a:xfrm>
                <a:off x="3834993" y="4320633"/>
                <a:ext cx="355680" cy="15768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4" name="Mürekkep 13">
                <a:extLst>
                  <a:ext uri="{FF2B5EF4-FFF2-40B4-BE49-F238E27FC236}">
                    <a16:creationId xmlns:a16="http://schemas.microsoft.com/office/drawing/2014/main" id="{7E6DB33B-3CC4-D443-8429-3799AF54E0B7}"/>
                  </a:ext>
                </a:extLst>
              </p14:cNvPr>
              <p14:cNvContentPartPr/>
              <p14:nvPr/>
            </p14:nvContentPartPr>
            <p14:xfrm>
              <a:off x="3008793" y="5157273"/>
              <a:ext cx="1316880" cy="343080"/>
            </p14:xfrm>
          </p:contentPart>
        </mc:Choice>
        <mc:Fallback>
          <p:pic>
            <p:nvPicPr>
              <p:cNvPr id="14" name="Mürekkep 13">
                <a:extLst>
                  <a:ext uri="{FF2B5EF4-FFF2-40B4-BE49-F238E27FC236}">
                    <a16:creationId xmlns:a16="http://schemas.microsoft.com/office/drawing/2014/main" id="{7E6DB33B-3CC4-D443-8429-3799AF54E0B7}"/>
                  </a:ext>
                </a:extLst>
              </p:cNvPr>
              <p:cNvPicPr/>
              <p:nvPr/>
            </p:nvPicPr>
            <p:blipFill>
              <a:blip r:embed="rId10"/>
              <a:stretch>
                <a:fillRect/>
              </a:stretch>
            </p:blipFill>
            <p:spPr>
              <a:xfrm>
                <a:off x="3000153" y="5148633"/>
                <a:ext cx="1334520" cy="360720"/>
              </a:xfrm>
              <a:prstGeom prst="rect">
                <a:avLst/>
              </a:prstGeom>
            </p:spPr>
          </p:pic>
        </mc:Fallback>
      </mc:AlternateContent>
    </p:spTree>
    <p:extLst>
      <p:ext uri="{BB962C8B-B14F-4D97-AF65-F5344CB8AC3E}">
        <p14:creationId xmlns:p14="http://schemas.microsoft.com/office/powerpoint/2010/main" val="39393298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1">
            <a:extLst>
              <a:ext uri="{FF2B5EF4-FFF2-40B4-BE49-F238E27FC236}">
                <a16:creationId xmlns:a16="http://schemas.microsoft.com/office/drawing/2014/main" id="{A2144F42-A9BC-B811-3175-76E89BAA3F35}"/>
              </a:ext>
            </a:extLst>
          </p:cNvPr>
          <p:cNvSpPr>
            <a:spLocks noGrp="1"/>
          </p:cNvSpPr>
          <p:nvPr>
            <p:ph type="title"/>
          </p:nvPr>
        </p:nvSpPr>
        <p:spPr>
          <a:xfrm>
            <a:off x="2611808" y="808056"/>
            <a:ext cx="7958331" cy="1077229"/>
          </a:xfrm>
        </p:spPr>
        <p:txBody>
          <a:bodyPr>
            <a:normAutofit/>
          </a:bodyPr>
          <a:lstStyle/>
          <a:p>
            <a:r>
              <a:rPr lang="tr-TR" sz="4400" dirty="0"/>
              <a:t>Oluşturulan Uygulama</a:t>
            </a:r>
          </a:p>
        </p:txBody>
      </p:sp>
      <p:sp>
        <p:nvSpPr>
          <p:cNvPr id="12" name="Metin kutusu 11">
            <a:extLst>
              <a:ext uri="{FF2B5EF4-FFF2-40B4-BE49-F238E27FC236}">
                <a16:creationId xmlns:a16="http://schemas.microsoft.com/office/drawing/2014/main" id="{4CF51AEA-D43F-88EE-8D60-33BECCEE9CB7}"/>
              </a:ext>
            </a:extLst>
          </p:cNvPr>
          <p:cNvSpPr txBox="1"/>
          <p:nvPr/>
        </p:nvSpPr>
        <p:spPr>
          <a:xfrm>
            <a:off x="6692120" y="1581521"/>
            <a:ext cx="3961341" cy="523220"/>
          </a:xfrm>
          <a:prstGeom prst="rect">
            <a:avLst/>
          </a:prstGeom>
          <a:noFill/>
        </p:spPr>
        <p:txBody>
          <a:bodyPr wrap="none" rtlCol="0">
            <a:spAutoFit/>
          </a:bodyPr>
          <a:lstStyle/>
          <a:p>
            <a:r>
              <a:rPr lang="tr-TR" sz="2800" dirty="0"/>
              <a:t>Kamera ile Kart Ekleme</a:t>
            </a:r>
          </a:p>
        </p:txBody>
      </p:sp>
      <p:sp>
        <p:nvSpPr>
          <p:cNvPr id="13" name="Metin kutusu 12">
            <a:extLst>
              <a:ext uri="{FF2B5EF4-FFF2-40B4-BE49-F238E27FC236}">
                <a16:creationId xmlns:a16="http://schemas.microsoft.com/office/drawing/2014/main" id="{707A1234-0492-3EAA-98AA-4191DD83E592}"/>
              </a:ext>
            </a:extLst>
          </p:cNvPr>
          <p:cNvSpPr txBox="1"/>
          <p:nvPr/>
        </p:nvSpPr>
        <p:spPr>
          <a:xfrm>
            <a:off x="4399872" y="2847418"/>
            <a:ext cx="2762295" cy="400110"/>
          </a:xfrm>
          <a:prstGeom prst="rect">
            <a:avLst/>
          </a:prstGeom>
          <a:noFill/>
        </p:spPr>
        <p:txBody>
          <a:bodyPr wrap="none" rtlCol="0">
            <a:spAutoFit/>
          </a:bodyPr>
          <a:lstStyle/>
          <a:p>
            <a:r>
              <a:rPr lang="tr-TR" sz="2000" dirty="0"/>
              <a:t>Kart Okuma Çerçevesi</a:t>
            </a:r>
          </a:p>
        </p:txBody>
      </p:sp>
      <mc:AlternateContent xmlns:mc="http://schemas.openxmlformats.org/markup-compatibility/2006">
        <mc:Choice xmlns:p14="http://schemas.microsoft.com/office/powerpoint/2010/main" Requires="p14">
          <p:contentPart p14:bwMode="auto" r:id="rId2">
            <p14:nvContentPartPr>
              <p14:cNvPr id="7" name="Mürekkep 6">
                <a:extLst>
                  <a:ext uri="{FF2B5EF4-FFF2-40B4-BE49-F238E27FC236}">
                    <a16:creationId xmlns:a16="http://schemas.microsoft.com/office/drawing/2014/main" id="{16000948-85F8-68DB-F0D3-9CB14C7E174D}"/>
                  </a:ext>
                </a:extLst>
              </p14:cNvPr>
              <p14:cNvContentPartPr/>
              <p14:nvPr/>
            </p14:nvContentPartPr>
            <p14:xfrm>
              <a:off x="3710793" y="3887553"/>
              <a:ext cx="160920" cy="1085400"/>
            </p14:xfrm>
          </p:contentPart>
        </mc:Choice>
        <mc:Fallback>
          <p:pic>
            <p:nvPicPr>
              <p:cNvPr id="7" name="Mürekkep 6">
                <a:extLst>
                  <a:ext uri="{FF2B5EF4-FFF2-40B4-BE49-F238E27FC236}">
                    <a16:creationId xmlns:a16="http://schemas.microsoft.com/office/drawing/2014/main" id="{16000948-85F8-68DB-F0D3-9CB14C7E174D}"/>
                  </a:ext>
                </a:extLst>
              </p:cNvPr>
              <p:cNvPicPr/>
              <p:nvPr/>
            </p:nvPicPr>
            <p:blipFill>
              <a:blip r:embed="rId3"/>
              <a:stretch>
                <a:fillRect/>
              </a:stretch>
            </p:blipFill>
            <p:spPr>
              <a:xfrm>
                <a:off x="3701793" y="3878553"/>
                <a:ext cx="178560" cy="1103040"/>
              </a:xfrm>
              <a:prstGeom prst="rect">
                <a:avLst/>
              </a:prstGeom>
            </p:spPr>
          </p:pic>
        </mc:Fallback>
      </mc:AlternateContent>
      <p:pic>
        <p:nvPicPr>
          <p:cNvPr id="3" name="Resim 2">
            <a:extLst>
              <a:ext uri="{FF2B5EF4-FFF2-40B4-BE49-F238E27FC236}">
                <a16:creationId xmlns:a16="http://schemas.microsoft.com/office/drawing/2014/main" id="{47DBD3EF-2DC7-179F-DBAA-F1F02C05C53E}"/>
              </a:ext>
            </a:extLst>
          </p:cNvPr>
          <p:cNvPicPr>
            <a:picLocks noChangeAspect="1"/>
          </p:cNvPicPr>
          <p:nvPr/>
        </p:nvPicPr>
        <p:blipFill>
          <a:blip r:embed="rId4"/>
          <a:stretch>
            <a:fillRect/>
          </a:stretch>
        </p:blipFill>
        <p:spPr>
          <a:xfrm>
            <a:off x="1695469" y="1634711"/>
            <a:ext cx="2222020" cy="4937822"/>
          </a:xfrm>
          <a:prstGeom prst="rect">
            <a:avLst/>
          </a:prstGeom>
        </p:spPr>
      </p:pic>
      <mc:AlternateContent xmlns:mc="http://schemas.openxmlformats.org/markup-compatibility/2006">
        <mc:Choice xmlns:p14="http://schemas.microsoft.com/office/powerpoint/2010/main" Requires="p14">
          <p:contentPart p14:bwMode="auto" r:id="rId5">
            <p14:nvContentPartPr>
              <p14:cNvPr id="10" name="Mürekkep 9">
                <a:extLst>
                  <a:ext uri="{FF2B5EF4-FFF2-40B4-BE49-F238E27FC236}">
                    <a16:creationId xmlns:a16="http://schemas.microsoft.com/office/drawing/2014/main" id="{D4328D43-E05F-8314-1DA0-E1B12354D2D9}"/>
                  </a:ext>
                </a:extLst>
              </p14:cNvPr>
              <p14:cNvContentPartPr/>
              <p14:nvPr/>
            </p14:nvContentPartPr>
            <p14:xfrm>
              <a:off x="3604233" y="2599473"/>
              <a:ext cx="284760" cy="1494000"/>
            </p14:xfrm>
          </p:contentPart>
        </mc:Choice>
        <mc:Fallback>
          <p:pic>
            <p:nvPicPr>
              <p:cNvPr id="10" name="Mürekkep 9">
                <a:extLst>
                  <a:ext uri="{FF2B5EF4-FFF2-40B4-BE49-F238E27FC236}">
                    <a16:creationId xmlns:a16="http://schemas.microsoft.com/office/drawing/2014/main" id="{D4328D43-E05F-8314-1DA0-E1B12354D2D9}"/>
                  </a:ext>
                </a:extLst>
              </p:cNvPr>
              <p:cNvPicPr/>
              <p:nvPr/>
            </p:nvPicPr>
            <p:blipFill>
              <a:blip r:embed="rId6"/>
              <a:stretch>
                <a:fillRect/>
              </a:stretch>
            </p:blipFill>
            <p:spPr>
              <a:xfrm>
                <a:off x="3595233" y="2590473"/>
                <a:ext cx="302400" cy="151164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1" name="Mürekkep 10">
                <a:extLst>
                  <a:ext uri="{FF2B5EF4-FFF2-40B4-BE49-F238E27FC236}">
                    <a16:creationId xmlns:a16="http://schemas.microsoft.com/office/drawing/2014/main" id="{5828FBEC-0F6D-02B2-88B0-40B3238A0923}"/>
                  </a:ext>
                </a:extLst>
              </p14:cNvPr>
              <p14:cNvContentPartPr/>
              <p14:nvPr/>
            </p14:nvContentPartPr>
            <p14:xfrm>
              <a:off x="3888273" y="2953353"/>
              <a:ext cx="379440" cy="189720"/>
            </p14:xfrm>
          </p:contentPart>
        </mc:Choice>
        <mc:Fallback>
          <p:pic>
            <p:nvPicPr>
              <p:cNvPr id="11" name="Mürekkep 10">
                <a:extLst>
                  <a:ext uri="{FF2B5EF4-FFF2-40B4-BE49-F238E27FC236}">
                    <a16:creationId xmlns:a16="http://schemas.microsoft.com/office/drawing/2014/main" id="{5828FBEC-0F6D-02B2-88B0-40B3238A0923}"/>
                  </a:ext>
                </a:extLst>
              </p:cNvPr>
              <p:cNvPicPr/>
              <p:nvPr/>
            </p:nvPicPr>
            <p:blipFill>
              <a:blip r:embed="rId8"/>
              <a:stretch>
                <a:fillRect/>
              </a:stretch>
            </p:blipFill>
            <p:spPr>
              <a:xfrm>
                <a:off x="3879273" y="2944713"/>
                <a:ext cx="397080" cy="207360"/>
              </a:xfrm>
              <a:prstGeom prst="rect">
                <a:avLst/>
              </a:prstGeom>
            </p:spPr>
          </p:pic>
        </mc:Fallback>
      </mc:AlternateContent>
    </p:spTree>
    <p:extLst>
      <p:ext uri="{BB962C8B-B14F-4D97-AF65-F5344CB8AC3E}">
        <p14:creationId xmlns:p14="http://schemas.microsoft.com/office/powerpoint/2010/main" val="39201610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1">
            <a:extLst>
              <a:ext uri="{FF2B5EF4-FFF2-40B4-BE49-F238E27FC236}">
                <a16:creationId xmlns:a16="http://schemas.microsoft.com/office/drawing/2014/main" id="{A2144F42-A9BC-B811-3175-76E89BAA3F35}"/>
              </a:ext>
            </a:extLst>
          </p:cNvPr>
          <p:cNvSpPr>
            <a:spLocks noGrp="1"/>
          </p:cNvSpPr>
          <p:nvPr>
            <p:ph type="title"/>
          </p:nvPr>
        </p:nvSpPr>
        <p:spPr>
          <a:xfrm>
            <a:off x="2611808" y="808056"/>
            <a:ext cx="7958331" cy="1077229"/>
          </a:xfrm>
        </p:spPr>
        <p:txBody>
          <a:bodyPr>
            <a:normAutofit/>
          </a:bodyPr>
          <a:lstStyle/>
          <a:p>
            <a:r>
              <a:rPr lang="tr-TR" sz="4400" dirty="0"/>
              <a:t>Oluşturulan Uygulama</a:t>
            </a:r>
          </a:p>
        </p:txBody>
      </p:sp>
      <p:sp>
        <p:nvSpPr>
          <p:cNvPr id="12" name="Metin kutusu 11">
            <a:extLst>
              <a:ext uri="{FF2B5EF4-FFF2-40B4-BE49-F238E27FC236}">
                <a16:creationId xmlns:a16="http://schemas.microsoft.com/office/drawing/2014/main" id="{4CF51AEA-D43F-88EE-8D60-33BECCEE9CB7}"/>
              </a:ext>
            </a:extLst>
          </p:cNvPr>
          <p:cNvSpPr txBox="1"/>
          <p:nvPr/>
        </p:nvSpPr>
        <p:spPr>
          <a:xfrm>
            <a:off x="7391064" y="1514892"/>
            <a:ext cx="3179075" cy="523220"/>
          </a:xfrm>
          <a:prstGeom prst="rect">
            <a:avLst/>
          </a:prstGeom>
          <a:noFill/>
        </p:spPr>
        <p:txBody>
          <a:bodyPr wrap="none" rtlCol="0">
            <a:spAutoFit/>
          </a:bodyPr>
          <a:lstStyle/>
          <a:p>
            <a:r>
              <a:rPr lang="tr-TR" sz="2800" dirty="0"/>
              <a:t>Kart Detay Sayfası</a:t>
            </a:r>
          </a:p>
        </p:txBody>
      </p:sp>
      <p:sp>
        <p:nvSpPr>
          <p:cNvPr id="13" name="Metin kutusu 12">
            <a:extLst>
              <a:ext uri="{FF2B5EF4-FFF2-40B4-BE49-F238E27FC236}">
                <a16:creationId xmlns:a16="http://schemas.microsoft.com/office/drawing/2014/main" id="{707A1234-0492-3EAA-98AA-4191DD83E592}"/>
              </a:ext>
            </a:extLst>
          </p:cNvPr>
          <p:cNvSpPr txBox="1"/>
          <p:nvPr/>
        </p:nvSpPr>
        <p:spPr>
          <a:xfrm>
            <a:off x="4817122" y="2614878"/>
            <a:ext cx="2682145" cy="400110"/>
          </a:xfrm>
          <a:prstGeom prst="rect">
            <a:avLst/>
          </a:prstGeom>
          <a:noFill/>
        </p:spPr>
        <p:txBody>
          <a:bodyPr wrap="none" rtlCol="0">
            <a:spAutoFit/>
          </a:bodyPr>
          <a:lstStyle/>
          <a:p>
            <a:r>
              <a:rPr lang="tr-TR" sz="2000" dirty="0"/>
              <a:t>Seçilen Kartın Bilgileri</a:t>
            </a:r>
          </a:p>
        </p:txBody>
      </p:sp>
      <p:sp>
        <p:nvSpPr>
          <p:cNvPr id="16" name="Metin kutusu 15">
            <a:extLst>
              <a:ext uri="{FF2B5EF4-FFF2-40B4-BE49-F238E27FC236}">
                <a16:creationId xmlns:a16="http://schemas.microsoft.com/office/drawing/2014/main" id="{372FA394-5CE8-D16D-F0EE-C2D9A916649C}"/>
              </a:ext>
            </a:extLst>
          </p:cNvPr>
          <p:cNvSpPr txBox="1"/>
          <p:nvPr/>
        </p:nvSpPr>
        <p:spPr>
          <a:xfrm>
            <a:off x="4410760" y="3921914"/>
            <a:ext cx="6871048" cy="400110"/>
          </a:xfrm>
          <a:prstGeom prst="rect">
            <a:avLst/>
          </a:prstGeom>
          <a:noFill/>
        </p:spPr>
        <p:txBody>
          <a:bodyPr wrap="none" rtlCol="0">
            <a:spAutoFit/>
          </a:bodyPr>
          <a:lstStyle/>
          <a:p>
            <a:r>
              <a:rPr lang="tr-TR" sz="2000" dirty="0"/>
              <a:t>Kart Bilgilerini Güncellemek için Düzenleme Sayfasını Açar</a:t>
            </a:r>
          </a:p>
        </p:txBody>
      </p:sp>
      <p:sp>
        <p:nvSpPr>
          <p:cNvPr id="26" name="Metin kutusu 25">
            <a:extLst>
              <a:ext uri="{FF2B5EF4-FFF2-40B4-BE49-F238E27FC236}">
                <a16:creationId xmlns:a16="http://schemas.microsoft.com/office/drawing/2014/main" id="{33FA8BAD-4533-6E91-8947-4E13D436F2A4}"/>
              </a:ext>
            </a:extLst>
          </p:cNvPr>
          <p:cNvSpPr txBox="1"/>
          <p:nvPr/>
        </p:nvSpPr>
        <p:spPr>
          <a:xfrm>
            <a:off x="4410760" y="4511392"/>
            <a:ext cx="2364750" cy="400110"/>
          </a:xfrm>
          <a:prstGeom prst="rect">
            <a:avLst/>
          </a:prstGeom>
          <a:noFill/>
        </p:spPr>
        <p:txBody>
          <a:bodyPr wrap="none" rtlCol="0">
            <a:spAutoFit/>
          </a:bodyPr>
          <a:lstStyle/>
          <a:p>
            <a:r>
              <a:rPr lang="tr-TR" sz="2000" dirty="0"/>
              <a:t>Kayıt Silme Butonu</a:t>
            </a:r>
          </a:p>
        </p:txBody>
      </p:sp>
      <mc:AlternateContent xmlns:mc="http://schemas.openxmlformats.org/markup-compatibility/2006">
        <mc:Choice xmlns:p14="http://schemas.microsoft.com/office/powerpoint/2010/main" Requires="p14">
          <p:contentPart p14:bwMode="auto" r:id="rId2">
            <p14:nvContentPartPr>
              <p14:cNvPr id="7" name="Mürekkep 6">
                <a:extLst>
                  <a:ext uri="{FF2B5EF4-FFF2-40B4-BE49-F238E27FC236}">
                    <a16:creationId xmlns:a16="http://schemas.microsoft.com/office/drawing/2014/main" id="{16000948-85F8-68DB-F0D3-9CB14C7E174D}"/>
                  </a:ext>
                </a:extLst>
              </p14:cNvPr>
              <p14:cNvContentPartPr/>
              <p14:nvPr/>
            </p14:nvContentPartPr>
            <p14:xfrm>
              <a:off x="3710793" y="3887553"/>
              <a:ext cx="160920" cy="1085400"/>
            </p14:xfrm>
          </p:contentPart>
        </mc:Choice>
        <mc:Fallback>
          <p:pic>
            <p:nvPicPr>
              <p:cNvPr id="7" name="Mürekkep 6">
                <a:extLst>
                  <a:ext uri="{FF2B5EF4-FFF2-40B4-BE49-F238E27FC236}">
                    <a16:creationId xmlns:a16="http://schemas.microsoft.com/office/drawing/2014/main" id="{16000948-85F8-68DB-F0D3-9CB14C7E174D}"/>
                  </a:ext>
                </a:extLst>
              </p:cNvPr>
              <p:cNvPicPr/>
              <p:nvPr/>
            </p:nvPicPr>
            <p:blipFill>
              <a:blip r:embed="rId3"/>
              <a:stretch>
                <a:fillRect/>
              </a:stretch>
            </p:blipFill>
            <p:spPr>
              <a:xfrm>
                <a:off x="3701793" y="3878553"/>
                <a:ext cx="178560" cy="1103040"/>
              </a:xfrm>
              <a:prstGeom prst="rect">
                <a:avLst/>
              </a:prstGeom>
            </p:spPr>
          </p:pic>
        </mc:Fallback>
      </mc:AlternateContent>
      <p:pic>
        <p:nvPicPr>
          <p:cNvPr id="3" name="Resim 2">
            <a:extLst>
              <a:ext uri="{FF2B5EF4-FFF2-40B4-BE49-F238E27FC236}">
                <a16:creationId xmlns:a16="http://schemas.microsoft.com/office/drawing/2014/main" id="{7508F113-5FC7-6BF9-39C1-FC319F182585}"/>
              </a:ext>
            </a:extLst>
          </p:cNvPr>
          <p:cNvPicPr>
            <a:picLocks noChangeAspect="1"/>
          </p:cNvPicPr>
          <p:nvPr/>
        </p:nvPicPr>
        <p:blipFill>
          <a:blip r:embed="rId4"/>
          <a:stretch>
            <a:fillRect/>
          </a:stretch>
        </p:blipFill>
        <p:spPr>
          <a:xfrm>
            <a:off x="1712096" y="1633490"/>
            <a:ext cx="2195226" cy="4878280"/>
          </a:xfrm>
          <a:prstGeom prst="rect">
            <a:avLst/>
          </a:prstGeom>
        </p:spPr>
      </p:pic>
      <mc:AlternateContent xmlns:mc="http://schemas.openxmlformats.org/markup-compatibility/2006">
        <mc:Choice xmlns:p14="http://schemas.microsoft.com/office/powerpoint/2010/main" Requires="p14">
          <p:contentPart p14:bwMode="auto" r:id="rId5">
            <p14:nvContentPartPr>
              <p14:cNvPr id="9" name="Mürekkep 8">
                <a:extLst>
                  <a:ext uri="{FF2B5EF4-FFF2-40B4-BE49-F238E27FC236}">
                    <a16:creationId xmlns:a16="http://schemas.microsoft.com/office/drawing/2014/main" id="{25F621DE-34EA-1777-C866-A52D290C6C1D}"/>
                  </a:ext>
                </a:extLst>
              </p14:cNvPr>
              <p14:cNvContentPartPr/>
              <p14:nvPr/>
            </p14:nvContentPartPr>
            <p14:xfrm>
              <a:off x="3728433" y="2754993"/>
              <a:ext cx="904680" cy="119880"/>
            </p14:xfrm>
          </p:contentPart>
        </mc:Choice>
        <mc:Fallback>
          <p:pic>
            <p:nvPicPr>
              <p:cNvPr id="9" name="Mürekkep 8">
                <a:extLst>
                  <a:ext uri="{FF2B5EF4-FFF2-40B4-BE49-F238E27FC236}">
                    <a16:creationId xmlns:a16="http://schemas.microsoft.com/office/drawing/2014/main" id="{25F621DE-34EA-1777-C866-A52D290C6C1D}"/>
                  </a:ext>
                </a:extLst>
              </p:cNvPr>
              <p:cNvPicPr/>
              <p:nvPr/>
            </p:nvPicPr>
            <p:blipFill>
              <a:blip r:embed="rId6"/>
              <a:stretch>
                <a:fillRect/>
              </a:stretch>
            </p:blipFill>
            <p:spPr>
              <a:xfrm>
                <a:off x="3719433" y="2746353"/>
                <a:ext cx="922320" cy="13752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0" name="Mürekkep 9">
                <a:extLst>
                  <a:ext uri="{FF2B5EF4-FFF2-40B4-BE49-F238E27FC236}">
                    <a16:creationId xmlns:a16="http://schemas.microsoft.com/office/drawing/2014/main" id="{D6450357-899C-B8F5-FE20-4210DAEFE3A9}"/>
                  </a:ext>
                </a:extLst>
              </p14:cNvPr>
              <p14:cNvContentPartPr/>
              <p14:nvPr/>
            </p14:nvContentPartPr>
            <p14:xfrm>
              <a:off x="3115353" y="3896913"/>
              <a:ext cx="1119960" cy="342360"/>
            </p14:xfrm>
          </p:contentPart>
        </mc:Choice>
        <mc:Fallback>
          <p:pic>
            <p:nvPicPr>
              <p:cNvPr id="10" name="Mürekkep 9">
                <a:extLst>
                  <a:ext uri="{FF2B5EF4-FFF2-40B4-BE49-F238E27FC236}">
                    <a16:creationId xmlns:a16="http://schemas.microsoft.com/office/drawing/2014/main" id="{D6450357-899C-B8F5-FE20-4210DAEFE3A9}"/>
                  </a:ext>
                </a:extLst>
              </p:cNvPr>
              <p:cNvPicPr/>
              <p:nvPr/>
            </p:nvPicPr>
            <p:blipFill>
              <a:blip r:embed="rId8"/>
              <a:stretch>
                <a:fillRect/>
              </a:stretch>
            </p:blipFill>
            <p:spPr>
              <a:xfrm>
                <a:off x="3106713" y="3888273"/>
                <a:ext cx="1137600" cy="3600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1" name="Mürekkep 10">
                <a:extLst>
                  <a:ext uri="{FF2B5EF4-FFF2-40B4-BE49-F238E27FC236}">
                    <a16:creationId xmlns:a16="http://schemas.microsoft.com/office/drawing/2014/main" id="{26AD624E-7925-6869-ADC9-DA5F61FA5CE7}"/>
                  </a:ext>
                </a:extLst>
              </p14:cNvPr>
              <p14:cNvContentPartPr/>
              <p14:nvPr/>
            </p14:nvContentPartPr>
            <p14:xfrm>
              <a:off x="2487153" y="3923553"/>
              <a:ext cx="1708200" cy="902520"/>
            </p14:xfrm>
          </p:contentPart>
        </mc:Choice>
        <mc:Fallback>
          <p:pic>
            <p:nvPicPr>
              <p:cNvPr id="11" name="Mürekkep 10">
                <a:extLst>
                  <a:ext uri="{FF2B5EF4-FFF2-40B4-BE49-F238E27FC236}">
                    <a16:creationId xmlns:a16="http://schemas.microsoft.com/office/drawing/2014/main" id="{26AD624E-7925-6869-ADC9-DA5F61FA5CE7}"/>
                  </a:ext>
                </a:extLst>
              </p:cNvPr>
              <p:cNvPicPr/>
              <p:nvPr/>
            </p:nvPicPr>
            <p:blipFill>
              <a:blip r:embed="rId10"/>
              <a:stretch>
                <a:fillRect/>
              </a:stretch>
            </p:blipFill>
            <p:spPr>
              <a:xfrm>
                <a:off x="2478513" y="3914553"/>
                <a:ext cx="1725840" cy="920160"/>
              </a:xfrm>
              <a:prstGeom prst="rect">
                <a:avLst/>
              </a:prstGeom>
            </p:spPr>
          </p:pic>
        </mc:Fallback>
      </mc:AlternateContent>
    </p:spTree>
    <p:extLst>
      <p:ext uri="{BB962C8B-B14F-4D97-AF65-F5344CB8AC3E}">
        <p14:creationId xmlns:p14="http://schemas.microsoft.com/office/powerpoint/2010/main" val="36508769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8F660E3-12AF-D2A6-835B-DC0E259E73C2}"/>
              </a:ext>
            </a:extLst>
          </p:cNvPr>
          <p:cNvSpPr>
            <a:spLocks noGrp="1"/>
          </p:cNvSpPr>
          <p:nvPr>
            <p:ph type="title"/>
          </p:nvPr>
        </p:nvSpPr>
        <p:spPr>
          <a:xfrm>
            <a:off x="2116834" y="2890385"/>
            <a:ext cx="7958331" cy="1077229"/>
          </a:xfrm>
        </p:spPr>
        <p:txBody>
          <a:bodyPr>
            <a:normAutofit/>
          </a:bodyPr>
          <a:lstStyle/>
          <a:p>
            <a:pPr algn="ctr"/>
            <a:r>
              <a:rPr lang="tr-TR" sz="6000" dirty="0"/>
              <a:t>Teşekkürler</a:t>
            </a:r>
          </a:p>
        </p:txBody>
      </p:sp>
    </p:spTree>
    <p:extLst>
      <p:ext uri="{BB962C8B-B14F-4D97-AF65-F5344CB8AC3E}">
        <p14:creationId xmlns:p14="http://schemas.microsoft.com/office/powerpoint/2010/main" val="117128224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docProps/app.xml><?xml version="1.0" encoding="utf-8"?>
<Properties xmlns="http://schemas.openxmlformats.org/officeDocument/2006/extended-properties" xmlns:vt="http://schemas.openxmlformats.org/officeDocument/2006/docPropsVTypes">
  <Template>TM16401375[[fn=Madison]]</Template>
  <TotalTime>47</TotalTime>
  <Words>223</Words>
  <Application>Microsoft Office PowerPoint</Application>
  <PresentationFormat>Geniş ekran</PresentationFormat>
  <Paragraphs>27</Paragraphs>
  <Slides>9</Slides>
  <Notes>0</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9</vt:i4>
      </vt:variant>
    </vt:vector>
  </HeadingPairs>
  <TitlesOfParts>
    <vt:vector size="14" baseType="lpstr">
      <vt:lpstr>Arial</vt:lpstr>
      <vt:lpstr>MS Shell Dlg 2</vt:lpstr>
      <vt:lpstr>Wingdings</vt:lpstr>
      <vt:lpstr>Wingdings 3</vt:lpstr>
      <vt:lpstr>Madison</vt:lpstr>
      <vt:lpstr>Wallet Uygulaması</vt:lpstr>
      <vt:lpstr>Problemin Tanımı</vt:lpstr>
      <vt:lpstr>Çözüm Yaklaşımları</vt:lpstr>
      <vt:lpstr>Kullanılan Teknolojiler</vt:lpstr>
      <vt:lpstr>Oluşturulan Uygulama</vt:lpstr>
      <vt:lpstr>Oluşturulan Uygulama</vt:lpstr>
      <vt:lpstr>Oluşturulan Uygulama</vt:lpstr>
      <vt:lpstr>Oluşturulan Uygulama</vt:lpstr>
      <vt:lpstr>Teşekkürler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Wallet Uygulaması</dc:title>
  <dc:creator>MuhammetAli</dc:creator>
  <cp:lastModifiedBy>MuhammetAli</cp:lastModifiedBy>
  <cp:revision>1</cp:revision>
  <dcterms:created xsi:type="dcterms:W3CDTF">2022-05-18T15:46:54Z</dcterms:created>
  <dcterms:modified xsi:type="dcterms:W3CDTF">2022-05-18T16:34:16Z</dcterms:modified>
</cp:coreProperties>
</file>